
<file path=[Content_Types].xml><?xml version="1.0" encoding="utf-8"?>
<Types xmlns="http://schemas.openxmlformats.org/package/2006/content-types">
  <Default Extension="png" ContentType="image/png"/>
  <Default Extension="rels" ContentType="application/vnd.openxmlformats-package.relationships+xml"/>
  <Default Extension="fntdata" ContentType="application/x-fontdata"/>
  <Default Extension="xml" ContentType="application/xml"/>
  <Default Extension="jpg" ContentType="image/jpeg"/>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docProps/core.xml" ContentType="application/vnd.openxmlformats-package.core-properties+xml"/>
  <Override PartName="/ppt/presentation.xml" ContentType="application/vnd.openxmlformats-officedocument.presentationml.presentation.main+xml"/>
  <Override PartName="/ppt/metadata" ContentType="application/binary"/>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custom-properties" Target="docProps/custom.xml"/><Relationship Id="rId2" Type="http://schemas.openxmlformats.org/officeDocument/2006/relationships/officeDocument" Target="ppt/presentation.xml"/><Relationship Id="rId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Lst>
  <p:sldSz cy="6858000" cx="9144000"/>
  <p:notesSz cx="6858000" cy="9144000"/>
  <p:embeddedFontLst>
    <p:embeddedFont>
      <p:font typeface="Gill Sans"/>
      <p:regular r:id="rId64"/>
      <p:bold r:id="rId6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http://customooxmlschemas.google.com/">
      <go:slidesCustomData xmlns:go="http://customooxmlschemas.google.com/" r:id="rId66" roundtripDataSignature="AMtx7mhO0XfD7yQ1yYPh2G+eaQysRi3Uc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21" Type="http://schemas.openxmlformats.org/officeDocument/2006/relationships/slide" Target="slides/slide16.xml"/><Relationship Id="rId68" Type="http://schemas.openxmlformats.org/officeDocument/2006/relationships/customXml" Target="../customXml/item2.xml"/><Relationship Id="rId7" Type="http://schemas.openxmlformats.org/officeDocument/2006/relationships/slide" Target="slides/slide2.xml"/><Relationship Id="rId2" Type="http://schemas.openxmlformats.org/officeDocument/2006/relationships/viewProps" Target="viewProps.xml"/><Relationship Id="rId29" Type="http://schemas.openxmlformats.org/officeDocument/2006/relationships/slide" Target="slides/slide24.xml"/><Relationship Id="rId16" Type="http://schemas.openxmlformats.org/officeDocument/2006/relationships/slide" Target="slides/slide11.xml"/><Relationship Id="rId40" Type="http://schemas.openxmlformats.org/officeDocument/2006/relationships/slide" Target="slides/slide35.xml"/><Relationship Id="rId45" Type="http://schemas.openxmlformats.org/officeDocument/2006/relationships/slide" Target="slides/slide40.xml"/><Relationship Id="rId32" Type="http://schemas.openxmlformats.org/officeDocument/2006/relationships/slide" Target="slides/slide27.xml"/><Relationship Id="rId37" Type="http://schemas.openxmlformats.org/officeDocument/2006/relationships/slide" Target="slides/slide32.xml"/><Relationship Id="rId66" Type="http://customschemas.google.com/relationships/presentationmetadata" Target="metadata"/><Relationship Id="rId24" Type="http://schemas.openxmlformats.org/officeDocument/2006/relationships/slide" Target="slides/slide19.xml"/><Relationship Id="rId53" Type="http://schemas.openxmlformats.org/officeDocument/2006/relationships/slide" Target="slides/slide48.xml"/><Relationship Id="rId11" Type="http://schemas.openxmlformats.org/officeDocument/2006/relationships/slide" Target="slides/slide6.xml"/><Relationship Id="rId58" Type="http://schemas.openxmlformats.org/officeDocument/2006/relationships/slide" Target="slides/slide53.xml"/><Relationship Id="rId5" Type="http://schemas.openxmlformats.org/officeDocument/2006/relationships/notesMaster" Target="notesMasters/notesMaster1.xml"/><Relationship Id="rId61" Type="http://schemas.openxmlformats.org/officeDocument/2006/relationships/slide" Target="slides/slide56.xml"/><Relationship Id="rId19" Type="http://schemas.openxmlformats.org/officeDocument/2006/relationships/slide" Target="slides/slide14.xml"/><Relationship Id="rId43" Type="http://schemas.openxmlformats.org/officeDocument/2006/relationships/slide" Target="slides/slide38.xml"/><Relationship Id="rId48" Type="http://schemas.openxmlformats.org/officeDocument/2006/relationships/slide" Target="slides/slide43.xml"/><Relationship Id="rId30" Type="http://schemas.openxmlformats.org/officeDocument/2006/relationships/slide" Target="slides/slide25.xml"/><Relationship Id="rId35" Type="http://schemas.openxmlformats.org/officeDocument/2006/relationships/slide" Target="slides/slide30.xml"/><Relationship Id="rId64" Type="http://schemas.openxmlformats.org/officeDocument/2006/relationships/font" Target="fonts/GillSans-regular.fntdata"/><Relationship Id="rId22" Type="http://schemas.openxmlformats.org/officeDocument/2006/relationships/slide" Target="slides/slide17.xml"/><Relationship Id="rId27" Type="http://schemas.openxmlformats.org/officeDocument/2006/relationships/slide" Target="slides/slide22.xml"/><Relationship Id="rId56" Type="http://schemas.openxmlformats.org/officeDocument/2006/relationships/slide" Target="slides/slide51.xml"/><Relationship Id="rId14" Type="http://schemas.openxmlformats.org/officeDocument/2006/relationships/slide" Target="slides/slide9.xml"/><Relationship Id="rId69" Type="http://schemas.openxmlformats.org/officeDocument/2006/relationships/customXml" Target="../customXml/item3.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presProps" Target="presProps.xml"/><Relationship Id="rId46" Type="http://schemas.openxmlformats.org/officeDocument/2006/relationships/slide" Target="slides/slide41.xml"/><Relationship Id="rId33" Type="http://schemas.openxmlformats.org/officeDocument/2006/relationships/slide" Target="slides/slide28.xml"/><Relationship Id="rId38" Type="http://schemas.openxmlformats.org/officeDocument/2006/relationships/slide" Target="slides/slide33.xml"/><Relationship Id="rId25" Type="http://schemas.openxmlformats.org/officeDocument/2006/relationships/slide" Target="slides/slide20.xml"/><Relationship Id="rId12" Type="http://schemas.openxmlformats.org/officeDocument/2006/relationships/slide" Target="slides/slide7.xml"/><Relationship Id="rId59" Type="http://schemas.openxmlformats.org/officeDocument/2006/relationships/slide" Target="slides/slide54.xml"/><Relationship Id="rId17" Type="http://schemas.openxmlformats.org/officeDocument/2006/relationships/slide" Target="slides/slide12.xml"/><Relationship Id="rId67" Type="http://schemas.openxmlformats.org/officeDocument/2006/relationships/customXml" Target="../customXml/item1.xml"/><Relationship Id="rId41" Type="http://schemas.openxmlformats.org/officeDocument/2006/relationships/slide" Target="slides/slide36.xml"/><Relationship Id="rId62" Type="http://schemas.openxmlformats.org/officeDocument/2006/relationships/slide" Target="slides/slide57.xml"/><Relationship Id="rId20" Type="http://schemas.openxmlformats.org/officeDocument/2006/relationships/slide" Target="slides/slide15.xml"/><Relationship Id="rId54" Type="http://schemas.openxmlformats.org/officeDocument/2006/relationships/slide" Target="slides/slide49.xml"/><Relationship Id="rId1" Type="http://schemas.openxmlformats.org/officeDocument/2006/relationships/theme" Target="theme/theme1.xml"/><Relationship Id="rId6" Type="http://schemas.openxmlformats.org/officeDocument/2006/relationships/slide" Target="slides/slide1.xml"/><Relationship Id="rId49" Type="http://schemas.openxmlformats.org/officeDocument/2006/relationships/slide" Target="slides/slide44.xml"/><Relationship Id="rId36" Type="http://schemas.openxmlformats.org/officeDocument/2006/relationships/slide" Target="slides/slide31.xml"/><Relationship Id="rId23" Type="http://schemas.openxmlformats.org/officeDocument/2006/relationships/slide" Target="slides/slide18.xml"/><Relationship Id="rId28" Type="http://schemas.openxmlformats.org/officeDocument/2006/relationships/slide" Target="slides/slide23.xml"/><Relationship Id="rId57" Type="http://schemas.openxmlformats.org/officeDocument/2006/relationships/slide" Target="slides/slide52.xml"/><Relationship Id="rId15" Type="http://schemas.openxmlformats.org/officeDocument/2006/relationships/slide" Target="slides/slide10.xml"/><Relationship Id="rId44" Type="http://schemas.openxmlformats.org/officeDocument/2006/relationships/slide" Target="slides/slide39.xml"/><Relationship Id="rId31" Type="http://schemas.openxmlformats.org/officeDocument/2006/relationships/slide" Target="slides/slide26.xml"/><Relationship Id="rId65" Type="http://schemas.openxmlformats.org/officeDocument/2006/relationships/font" Target="fonts/GillSans-bold.fntdata"/><Relationship Id="rId60" Type="http://schemas.openxmlformats.org/officeDocument/2006/relationships/slide" Target="slides/slide55.xml"/><Relationship Id="rId52" Type="http://schemas.openxmlformats.org/officeDocument/2006/relationships/slide" Target="slides/slide47.xml"/><Relationship Id="rId10" Type="http://schemas.openxmlformats.org/officeDocument/2006/relationships/slide" Target="slides/slide5.xml"/><Relationship Id="rId4" Type="http://schemas.openxmlformats.org/officeDocument/2006/relationships/slideMaster" Target="slideMasters/slideMaster1.xml"/><Relationship Id="rId9" Type="http://schemas.openxmlformats.org/officeDocument/2006/relationships/slide" Target="slides/slide4.xml"/><Relationship Id="rId39" Type="http://schemas.openxmlformats.org/officeDocument/2006/relationships/slide" Target="slides/slide34.xml"/><Relationship Id="rId13" Type="http://schemas.openxmlformats.org/officeDocument/2006/relationships/slide" Target="slides/slide8.xml"/><Relationship Id="rId18" Type="http://schemas.openxmlformats.org/officeDocument/2006/relationships/slide" Target="slides/slide13.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 name="Google Shape;325;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 name="Google Shape;331;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5" name="Google Shape;345;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 name="Google Shape;374;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5" name="Google Shape;385;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6" name="Google Shape;386;p4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2" name="Google Shape;392;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8" name="Google Shape;398;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7" name="Google Shape;407;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3" name="Google Shape;413;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9" name="Google Shape;419;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5" name="Google Shape;425;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4" name="Google Shape;434;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0" name="Google Shape;440;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6" name="Google Shape;446;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5" name="Google Shape;455;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2" name="Google Shape;462;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8" name="Google Shape;468;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4" name="Google Shape;474;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3" name="Google Shape;483;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2" name="Google Shape;492;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1" name="Google Shape;501;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7" name="Google Shape;507;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3" name="Google Shape;513;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8" name="Shape 18"/>
        <p:cNvGrpSpPr/>
        <p:nvPr/>
      </p:nvGrpSpPr>
      <p:grpSpPr>
        <a:xfrm>
          <a:off x="0" y="0"/>
          <a:ext cx="0" cy="0"/>
          <a:chOff x="0" y="0"/>
          <a:chExt cx="0" cy="0"/>
        </a:xfrm>
      </p:grpSpPr>
      <p:sp>
        <p:nvSpPr>
          <p:cNvPr id="19" name="Google Shape;19;p60"/>
          <p:cNvSpPr txBox="1"/>
          <p:nvPr>
            <p:ph type="ctrTitle"/>
          </p:nvPr>
        </p:nvSpPr>
        <p:spPr>
          <a:xfrm>
            <a:off x="1219200" y="3886200"/>
            <a:ext cx="6858000" cy="990600"/>
          </a:xfrm>
          <a:prstGeom prst="rect">
            <a:avLst/>
          </a:prstGeom>
          <a:noFill/>
          <a:ln>
            <a:noFill/>
          </a:ln>
        </p:spPr>
        <p:txBody>
          <a:bodyPr anchorCtr="0" anchor="t" bIns="45700" lIns="91425" spcFirstLastPara="1" rIns="91425" wrap="square" tIns="45700">
            <a:normAutofit/>
          </a:bodyPr>
          <a:lstStyle>
            <a:lvl1pPr lvl="0" algn="r">
              <a:spcBef>
                <a:spcPts val="0"/>
              </a:spcBef>
              <a:spcAft>
                <a:spcPts val="0"/>
              </a:spcAft>
              <a:buClr>
                <a:schemeClr val="dk1"/>
              </a:buClr>
              <a:buSzPts val="3200"/>
              <a:buFont typeface="Bookman Old Style"/>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60"/>
          <p:cNvSpPr txBox="1"/>
          <p:nvPr>
            <p:ph idx="1" type="subTitle"/>
          </p:nvPr>
        </p:nvSpPr>
        <p:spPr>
          <a:xfrm>
            <a:off x="1219200" y="5124450"/>
            <a:ext cx="6858000" cy="533400"/>
          </a:xfrm>
          <a:prstGeom prst="rect">
            <a:avLst/>
          </a:prstGeom>
          <a:noFill/>
          <a:ln>
            <a:noFill/>
          </a:ln>
        </p:spPr>
        <p:txBody>
          <a:bodyPr anchorCtr="0" anchor="t" bIns="45700" lIns="91425" spcFirstLastPara="1" rIns="91425" wrap="square" tIns="45700">
            <a:normAutofit/>
          </a:bodyPr>
          <a:lstStyle>
            <a:lvl1pPr lvl="0" algn="r">
              <a:spcBef>
                <a:spcPts val="600"/>
              </a:spcBef>
              <a:spcAft>
                <a:spcPts val="0"/>
              </a:spcAft>
              <a:buSzPts val="1520"/>
              <a:buNone/>
              <a:defRPr sz="2000">
                <a:solidFill>
                  <a:schemeClr val="dk2"/>
                </a:solidFill>
                <a:latin typeface="Bookman Old Style"/>
                <a:ea typeface="Bookman Old Style"/>
                <a:cs typeface="Bookman Old Style"/>
                <a:sym typeface="Bookman Old Style"/>
              </a:defRPr>
            </a:lvl1pPr>
            <a:lvl2pPr lvl="1" algn="ctr">
              <a:spcBef>
                <a:spcPts val="500"/>
              </a:spcBef>
              <a:spcAft>
                <a:spcPts val="0"/>
              </a:spcAft>
              <a:buSzPts val="1368"/>
              <a:buNone/>
              <a:defRPr/>
            </a:lvl2pPr>
            <a:lvl3pPr lvl="2" algn="ctr">
              <a:spcBef>
                <a:spcPts val="500"/>
              </a:spcBef>
              <a:spcAft>
                <a:spcPts val="0"/>
              </a:spcAft>
              <a:buSzPts val="1368"/>
              <a:buNone/>
              <a:defRPr/>
            </a:lvl3pPr>
            <a:lvl4pPr lvl="3" algn="ctr">
              <a:spcBef>
                <a:spcPts val="400"/>
              </a:spcBef>
              <a:spcAft>
                <a:spcPts val="0"/>
              </a:spcAft>
              <a:buSzPts val="1260"/>
              <a:buNone/>
              <a:defRPr/>
            </a:lvl4pPr>
            <a:lvl5pPr lvl="4" algn="ctr">
              <a:spcBef>
                <a:spcPts val="300"/>
              </a:spcBef>
              <a:spcAft>
                <a:spcPts val="0"/>
              </a:spcAft>
              <a:buSzPts val="1260"/>
              <a:buNone/>
              <a:defRPr/>
            </a:lvl5pPr>
            <a:lvl6pPr lvl="5" algn="ctr">
              <a:spcBef>
                <a:spcPts val="300"/>
              </a:spcBef>
              <a:spcAft>
                <a:spcPts val="0"/>
              </a:spcAft>
              <a:buSzPts val="1350"/>
              <a:buNone/>
              <a:defRPr/>
            </a:lvl6pPr>
            <a:lvl7pPr lvl="6" algn="ctr">
              <a:spcBef>
                <a:spcPts val="300"/>
              </a:spcBef>
              <a:spcAft>
                <a:spcPts val="0"/>
              </a:spcAft>
              <a:buSzPts val="1350"/>
              <a:buNone/>
              <a:defRPr/>
            </a:lvl7pPr>
            <a:lvl8pPr lvl="7" algn="ctr">
              <a:spcBef>
                <a:spcPts val="300"/>
              </a:spcBef>
              <a:spcAft>
                <a:spcPts val="0"/>
              </a:spcAft>
              <a:buSzPts val="1350"/>
              <a:buNone/>
              <a:defRPr/>
            </a:lvl8pPr>
            <a:lvl9pPr lvl="8" algn="ctr">
              <a:spcBef>
                <a:spcPts val="300"/>
              </a:spcBef>
              <a:spcAft>
                <a:spcPts val="0"/>
              </a:spcAft>
              <a:buSzPts val="1350"/>
              <a:buNone/>
              <a:defRPr/>
            </a:lvl9pPr>
          </a:lstStyle>
          <a:p/>
        </p:txBody>
      </p:sp>
      <p:sp>
        <p:nvSpPr>
          <p:cNvPr id="21" name="Google Shape;21;p60"/>
          <p:cNvSpPr txBox="1"/>
          <p:nvPr>
            <p:ph idx="10" type="dt"/>
          </p:nvPr>
        </p:nvSpPr>
        <p:spPr>
          <a:xfrm>
            <a:off x="6400800" y="6355080"/>
            <a:ext cx="2286000"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sz="1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60"/>
          <p:cNvSpPr txBox="1"/>
          <p:nvPr>
            <p:ph idx="11" type="ftr"/>
          </p:nvPr>
        </p:nvSpPr>
        <p:spPr>
          <a:xfrm>
            <a:off x="2898648" y="6355080"/>
            <a:ext cx="347472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60"/>
          <p:cNvSpPr txBox="1"/>
          <p:nvPr>
            <p:ph idx="12" type="sldNum"/>
          </p:nvPr>
        </p:nvSpPr>
        <p:spPr>
          <a:xfrm>
            <a:off x="1216152" y="6355080"/>
            <a:ext cx="1219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
        <p:nvSpPr>
          <p:cNvPr id="24" name="Google Shape;24;p60"/>
          <p:cNvSpPr/>
          <p:nvPr/>
        </p:nvSpPr>
        <p:spPr>
          <a:xfrm>
            <a:off x="904875" y="3648075"/>
            <a:ext cx="7315200" cy="1280160"/>
          </a:xfrm>
          <a:prstGeom prst="rect">
            <a:avLst/>
          </a:prstGeom>
          <a:noFill/>
          <a:ln cap="rnd"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25" name="Google Shape;25;p60"/>
          <p:cNvSpPr/>
          <p:nvPr/>
        </p:nvSpPr>
        <p:spPr>
          <a:xfrm>
            <a:off x="914400" y="5048250"/>
            <a:ext cx="7315200" cy="685800"/>
          </a:xfrm>
          <a:prstGeom prst="rect">
            <a:avLst/>
          </a:prstGeom>
          <a:noFill/>
          <a:ln cap="rnd" cmpd="sng" w="952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26" name="Google Shape;26;p60"/>
          <p:cNvSpPr/>
          <p:nvPr/>
        </p:nvSpPr>
        <p:spPr>
          <a:xfrm>
            <a:off x="904875" y="3648075"/>
            <a:ext cx="228600" cy="128016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27" name="Google Shape;27;p60"/>
          <p:cNvSpPr/>
          <p:nvPr/>
        </p:nvSpPr>
        <p:spPr>
          <a:xfrm>
            <a:off x="914400" y="5048250"/>
            <a:ext cx="228600" cy="6858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61"/>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61"/>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61"/>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61"/>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
        <p:nvSpPr>
          <p:cNvPr id="33" name="Google Shape;33;p61"/>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62"/>
          <p:cNvSpPr txBox="1"/>
          <p:nvPr>
            <p:ph type="title"/>
          </p:nvPr>
        </p:nvSpPr>
        <p:spPr>
          <a:xfrm>
            <a:off x="457200" y="228600"/>
            <a:ext cx="8229600" cy="914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62"/>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62"/>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2"/>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
        <p:nvSpPr>
          <p:cNvPr id="39" name="Google Shape;39;p62"/>
          <p:cNvSpPr txBox="1"/>
          <p:nvPr>
            <p:ph idx="1" type="body"/>
          </p:nvPr>
        </p:nvSpPr>
        <p:spPr>
          <a:xfrm>
            <a:off x="457200" y="1219200"/>
            <a:ext cx="4041648" cy="493776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40" name="Google Shape;40;p62"/>
          <p:cNvSpPr txBox="1"/>
          <p:nvPr>
            <p:ph idx="2" type="body"/>
          </p:nvPr>
        </p:nvSpPr>
        <p:spPr>
          <a:xfrm>
            <a:off x="4632198" y="1216152"/>
            <a:ext cx="4041648" cy="493776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dk2"/>
        </a:solidFill>
      </p:bgPr>
    </p:bg>
    <p:spTree>
      <p:nvGrpSpPr>
        <p:cNvPr id="41" name="Shape 41"/>
        <p:cNvGrpSpPr/>
        <p:nvPr/>
      </p:nvGrpSpPr>
      <p:grpSpPr>
        <a:xfrm>
          <a:off x="0" y="0"/>
          <a:ext cx="0" cy="0"/>
          <a:chOff x="0" y="0"/>
          <a:chExt cx="0" cy="0"/>
        </a:xfrm>
      </p:grpSpPr>
      <p:sp>
        <p:nvSpPr>
          <p:cNvPr id="42" name="Google Shape;42;p63"/>
          <p:cNvSpPr txBox="1"/>
          <p:nvPr>
            <p:ph type="title"/>
          </p:nvPr>
        </p:nvSpPr>
        <p:spPr>
          <a:xfrm>
            <a:off x="1219200" y="2971800"/>
            <a:ext cx="6858000" cy="1066800"/>
          </a:xfrm>
          <a:prstGeom prst="rect">
            <a:avLst/>
          </a:prstGeom>
          <a:noFill/>
          <a:ln>
            <a:noFill/>
          </a:ln>
        </p:spPr>
        <p:txBody>
          <a:bodyPr anchorCtr="0" anchor="t" bIns="45700" lIns="91425" spcFirstLastPara="1" rIns="91425" wrap="square" tIns="45700">
            <a:normAutofit/>
          </a:bodyPr>
          <a:lstStyle>
            <a:lvl1pPr lvl="0" algn="r">
              <a:spcBef>
                <a:spcPts val="0"/>
              </a:spcBef>
              <a:spcAft>
                <a:spcPts val="0"/>
              </a:spcAft>
              <a:buClr>
                <a:schemeClr val="lt2"/>
              </a:buClr>
              <a:buSzPts val="3200"/>
              <a:buFont typeface="Bookman Old Style"/>
              <a:buNone/>
              <a:defRPr b="0" sz="32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63"/>
          <p:cNvSpPr txBox="1"/>
          <p:nvPr>
            <p:ph idx="1" type="body"/>
          </p:nvPr>
        </p:nvSpPr>
        <p:spPr>
          <a:xfrm>
            <a:off x="1295400" y="4267200"/>
            <a:ext cx="6781800" cy="1143000"/>
          </a:xfrm>
          <a:prstGeom prst="rect">
            <a:avLst/>
          </a:prstGeom>
          <a:noFill/>
          <a:ln>
            <a:noFill/>
          </a:ln>
        </p:spPr>
        <p:txBody>
          <a:bodyPr anchorCtr="0" anchor="t" bIns="45700" lIns="91425" spcFirstLastPara="1" rIns="91425" wrap="square" tIns="45700">
            <a:normAutofit/>
          </a:bodyPr>
          <a:lstStyle>
            <a:lvl1pPr indent="-228600" lvl="0" marL="457200" algn="r">
              <a:spcBef>
                <a:spcPts val="600"/>
              </a:spcBef>
              <a:spcAft>
                <a:spcPts val="0"/>
              </a:spcAft>
              <a:buSzPts val="1520"/>
              <a:buNone/>
              <a:defRPr sz="2000">
                <a:solidFill>
                  <a:schemeClr val="lt1"/>
                </a:solidFill>
              </a:defRPr>
            </a:lvl1pPr>
            <a:lvl2pPr indent="-228600" lvl="1" marL="914400" algn="l">
              <a:spcBef>
                <a:spcPts val="500"/>
              </a:spcBef>
              <a:spcAft>
                <a:spcPts val="0"/>
              </a:spcAft>
              <a:buSzPts val="1368"/>
              <a:buNone/>
              <a:defRPr sz="1800">
                <a:solidFill>
                  <a:schemeClr val="lt1"/>
                </a:solidFill>
              </a:defRPr>
            </a:lvl2pPr>
            <a:lvl3pPr indent="-228600" lvl="2" marL="1371600" algn="l">
              <a:spcBef>
                <a:spcPts val="500"/>
              </a:spcBef>
              <a:spcAft>
                <a:spcPts val="0"/>
              </a:spcAft>
              <a:buSzPts val="1216"/>
              <a:buNone/>
              <a:defRPr sz="1600">
                <a:solidFill>
                  <a:schemeClr val="lt1"/>
                </a:solidFill>
              </a:defRPr>
            </a:lvl3pPr>
            <a:lvl4pPr indent="-228600" lvl="3" marL="1828800" algn="l">
              <a:spcBef>
                <a:spcPts val="400"/>
              </a:spcBef>
              <a:spcAft>
                <a:spcPts val="0"/>
              </a:spcAft>
              <a:buSzPts val="980"/>
              <a:buNone/>
              <a:defRPr sz="1400">
                <a:solidFill>
                  <a:schemeClr val="lt1"/>
                </a:solidFill>
              </a:defRPr>
            </a:lvl4pPr>
            <a:lvl5pPr indent="-228600" lvl="4" marL="2286000" algn="l">
              <a:spcBef>
                <a:spcPts val="300"/>
              </a:spcBef>
              <a:spcAft>
                <a:spcPts val="0"/>
              </a:spcAft>
              <a:buSzPts val="980"/>
              <a:buNone/>
              <a:defRPr sz="1400">
                <a:solidFill>
                  <a:schemeClr val="lt1"/>
                </a:solidFill>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44" name="Google Shape;44;p63"/>
          <p:cNvSpPr txBox="1"/>
          <p:nvPr>
            <p:ph idx="10" type="dt"/>
          </p:nvPr>
        </p:nvSpPr>
        <p:spPr>
          <a:xfrm>
            <a:off x="6400800" y="6355080"/>
            <a:ext cx="2286000"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63"/>
          <p:cNvSpPr txBox="1"/>
          <p:nvPr>
            <p:ph idx="11" type="ftr"/>
          </p:nvPr>
        </p:nvSpPr>
        <p:spPr>
          <a:xfrm>
            <a:off x="2898648" y="6355080"/>
            <a:ext cx="347472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63"/>
          <p:cNvSpPr txBox="1"/>
          <p:nvPr>
            <p:ph idx="12" type="sldNum"/>
          </p:nvPr>
        </p:nvSpPr>
        <p:spPr>
          <a:xfrm>
            <a:off x="1069848" y="6355080"/>
            <a:ext cx="1520952"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
        <p:nvSpPr>
          <p:cNvPr id="47" name="Google Shape;47;p63"/>
          <p:cNvSpPr/>
          <p:nvPr/>
        </p:nvSpPr>
        <p:spPr>
          <a:xfrm>
            <a:off x="914400" y="2819400"/>
            <a:ext cx="7315200" cy="1280160"/>
          </a:xfrm>
          <a:prstGeom prst="rect">
            <a:avLst/>
          </a:prstGeom>
          <a:noFill/>
          <a:ln cap="rnd"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8" name="Google Shape;48;p63"/>
          <p:cNvSpPr/>
          <p:nvPr/>
        </p:nvSpPr>
        <p:spPr>
          <a:xfrm>
            <a:off x="914400" y="2819400"/>
            <a:ext cx="228600" cy="128016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9" name="Shape 49"/>
        <p:cNvGrpSpPr/>
        <p:nvPr/>
      </p:nvGrpSpPr>
      <p:grpSpPr>
        <a:xfrm>
          <a:off x="0" y="0"/>
          <a:ext cx="0" cy="0"/>
          <a:chOff x="0" y="0"/>
          <a:chExt cx="0" cy="0"/>
        </a:xfrm>
      </p:grpSpPr>
      <p:sp>
        <p:nvSpPr>
          <p:cNvPr id="50" name="Google Shape;50;p64"/>
          <p:cNvSpPr txBox="1"/>
          <p:nvPr>
            <p:ph type="title"/>
          </p:nvPr>
        </p:nvSpPr>
        <p:spPr>
          <a:xfrm>
            <a:off x="457200" y="228600"/>
            <a:ext cx="8229600" cy="9144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3200"/>
              <a:buFont typeface="Bookman Old Style"/>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64"/>
          <p:cNvSpPr txBox="1"/>
          <p:nvPr>
            <p:ph idx="1" type="body"/>
          </p:nvPr>
        </p:nvSpPr>
        <p:spPr>
          <a:xfrm>
            <a:off x="457200" y="1285875"/>
            <a:ext cx="4040188" cy="685800"/>
          </a:xfrm>
          <a:prstGeom prst="rect">
            <a:avLst/>
          </a:prstGeom>
          <a:noFill/>
          <a:ln>
            <a:noFill/>
          </a:ln>
        </p:spPr>
        <p:txBody>
          <a:bodyPr anchorCtr="0" anchor="b" bIns="45700" lIns="91425" spcFirstLastPara="1" rIns="91425" wrap="square" tIns="45700">
            <a:noAutofit/>
          </a:bodyPr>
          <a:lstStyle>
            <a:lvl1pPr indent="-228600" lvl="0" marL="457200" algn="l">
              <a:spcBef>
                <a:spcPts val="600"/>
              </a:spcBef>
              <a:spcAft>
                <a:spcPts val="0"/>
              </a:spcAft>
              <a:buSzPts val="1824"/>
              <a:buNone/>
              <a:defRPr b="1" sz="2400">
                <a:solidFill>
                  <a:schemeClr val="accent2"/>
                </a:solidFill>
              </a:defRPr>
            </a:lvl1pPr>
            <a:lvl2pPr indent="-228600" lvl="1" marL="914400" algn="l">
              <a:spcBef>
                <a:spcPts val="500"/>
              </a:spcBef>
              <a:spcAft>
                <a:spcPts val="0"/>
              </a:spcAft>
              <a:buSzPts val="1520"/>
              <a:buNone/>
              <a:defRPr b="1" sz="2000"/>
            </a:lvl2pPr>
            <a:lvl3pPr indent="-228600" lvl="2" marL="1371600" algn="l">
              <a:spcBef>
                <a:spcPts val="500"/>
              </a:spcBef>
              <a:spcAft>
                <a:spcPts val="0"/>
              </a:spcAft>
              <a:buSzPts val="1368"/>
              <a:buNone/>
              <a:defRPr b="1" sz="1800"/>
            </a:lvl3pPr>
            <a:lvl4pPr indent="-228600" lvl="3" marL="1828800" algn="l">
              <a:spcBef>
                <a:spcPts val="400"/>
              </a:spcBef>
              <a:spcAft>
                <a:spcPts val="0"/>
              </a:spcAft>
              <a:buSzPts val="1120"/>
              <a:buNone/>
              <a:defRPr b="1" sz="1600"/>
            </a:lvl4pPr>
            <a:lvl5pPr indent="-228600" lvl="4" marL="2286000" algn="l">
              <a:spcBef>
                <a:spcPts val="300"/>
              </a:spcBef>
              <a:spcAft>
                <a:spcPts val="0"/>
              </a:spcAft>
              <a:buSzPts val="1120"/>
              <a:buNone/>
              <a:defRPr b="1" sz="1600"/>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52" name="Google Shape;52;p64"/>
          <p:cNvSpPr txBox="1"/>
          <p:nvPr>
            <p:ph idx="2" type="body"/>
          </p:nvPr>
        </p:nvSpPr>
        <p:spPr>
          <a:xfrm>
            <a:off x="4648200" y="1295400"/>
            <a:ext cx="4041775" cy="685800"/>
          </a:xfrm>
          <a:prstGeom prst="rect">
            <a:avLst/>
          </a:prstGeom>
          <a:noFill/>
          <a:ln>
            <a:noFill/>
          </a:ln>
        </p:spPr>
        <p:txBody>
          <a:bodyPr anchorCtr="0" anchor="b" bIns="45700" lIns="91425" spcFirstLastPara="1" rIns="91425" wrap="square" tIns="45700">
            <a:normAutofit/>
          </a:bodyPr>
          <a:lstStyle>
            <a:lvl1pPr indent="-228600" lvl="0" marL="457200" algn="l">
              <a:spcBef>
                <a:spcPts val="600"/>
              </a:spcBef>
              <a:spcAft>
                <a:spcPts val="0"/>
              </a:spcAft>
              <a:buSzPts val="1824"/>
              <a:buNone/>
              <a:defRPr b="1" sz="2400">
                <a:solidFill>
                  <a:schemeClr val="accent2"/>
                </a:solidFill>
              </a:defRPr>
            </a:lvl1pPr>
            <a:lvl2pPr indent="-228600" lvl="1" marL="914400" algn="l">
              <a:spcBef>
                <a:spcPts val="500"/>
              </a:spcBef>
              <a:spcAft>
                <a:spcPts val="0"/>
              </a:spcAft>
              <a:buSzPts val="1520"/>
              <a:buNone/>
              <a:defRPr b="1" sz="2000"/>
            </a:lvl2pPr>
            <a:lvl3pPr indent="-228600" lvl="2" marL="1371600" algn="l">
              <a:spcBef>
                <a:spcPts val="500"/>
              </a:spcBef>
              <a:spcAft>
                <a:spcPts val="0"/>
              </a:spcAft>
              <a:buSzPts val="1368"/>
              <a:buNone/>
              <a:defRPr b="1" sz="1800"/>
            </a:lvl3pPr>
            <a:lvl4pPr indent="-228600" lvl="3" marL="1828800" algn="l">
              <a:spcBef>
                <a:spcPts val="400"/>
              </a:spcBef>
              <a:spcAft>
                <a:spcPts val="0"/>
              </a:spcAft>
              <a:buSzPts val="1120"/>
              <a:buNone/>
              <a:defRPr b="1" sz="1600"/>
            </a:lvl4pPr>
            <a:lvl5pPr indent="-228600" lvl="4" marL="2286000" algn="l">
              <a:spcBef>
                <a:spcPts val="300"/>
              </a:spcBef>
              <a:spcAft>
                <a:spcPts val="0"/>
              </a:spcAft>
              <a:buSzPts val="1120"/>
              <a:buNone/>
              <a:defRPr b="1" sz="1600"/>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53" name="Google Shape;53;p64"/>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64"/>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64"/>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
        <p:nvSpPr>
          <p:cNvPr id="56" name="Google Shape;56;p64"/>
          <p:cNvSpPr txBox="1"/>
          <p:nvPr>
            <p:ph idx="3" type="body"/>
          </p:nvPr>
        </p:nvSpPr>
        <p:spPr>
          <a:xfrm>
            <a:off x="457200" y="2133600"/>
            <a:ext cx="4038600" cy="40386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57" name="Google Shape;57;p64"/>
          <p:cNvSpPr txBox="1"/>
          <p:nvPr>
            <p:ph idx="4" type="body"/>
          </p:nvPr>
        </p:nvSpPr>
        <p:spPr>
          <a:xfrm>
            <a:off x="4648200" y="2133600"/>
            <a:ext cx="4038600" cy="40386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8" name="Shape 58"/>
        <p:cNvGrpSpPr/>
        <p:nvPr/>
      </p:nvGrpSpPr>
      <p:grpSpPr>
        <a:xfrm>
          <a:off x="0" y="0"/>
          <a:ext cx="0" cy="0"/>
          <a:chOff x="0" y="0"/>
          <a:chExt cx="0" cy="0"/>
        </a:xfrm>
      </p:grpSpPr>
      <p:sp>
        <p:nvSpPr>
          <p:cNvPr id="59" name="Google Shape;59;p65"/>
          <p:cNvSpPr txBox="1"/>
          <p:nvPr>
            <p:ph type="title"/>
          </p:nvPr>
        </p:nvSpPr>
        <p:spPr>
          <a:xfrm>
            <a:off x="457200" y="228600"/>
            <a:ext cx="8229600" cy="914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65"/>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65"/>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65"/>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
        <p:nvSpPr>
          <p:cNvPr id="63" name="Google Shape;63;p65"/>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64" name="Shape 64"/>
        <p:cNvGrpSpPr/>
        <p:nvPr/>
      </p:nvGrpSpPr>
      <p:grpSpPr>
        <a:xfrm>
          <a:off x="0" y="0"/>
          <a:ext cx="0" cy="0"/>
          <a:chOff x="0" y="0"/>
          <a:chExt cx="0" cy="0"/>
        </a:xfrm>
      </p:grpSpPr>
      <p:sp>
        <p:nvSpPr>
          <p:cNvPr id="65" name="Google Shape;65;p66"/>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66"/>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66"/>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cxnSp>
        <p:nvCxnSpPr>
          <p:cNvPr id="68" name="Google Shape;68;p66"/>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sp>
        <p:nvSpPr>
          <p:cNvPr id="69" name="Google Shape;69;p66"/>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70" name="Shape 70"/>
        <p:cNvGrpSpPr/>
        <p:nvPr/>
      </p:nvGrpSpPr>
      <p:grpSpPr>
        <a:xfrm>
          <a:off x="0" y="0"/>
          <a:ext cx="0" cy="0"/>
          <a:chOff x="0" y="0"/>
          <a:chExt cx="0" cy="0"/>
        </a:xfrm>
      </p:grpSpPr>
      <p:sp>
        <p:nvSpPr>
          <p:cNvPr id="71" name="Google Shape;71;p67"/>
          <p:cNvSpPr txBox="1"/>
          <p:nvPr>
            <p:ph type="title"/>
          </p:nvPr>
        </p:nvSpPr>
        <p:spPr>
          <a:xfrm>
            <a:off x="6324600" y="304800"/>
            <a:ext cx="2514600" cy="838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2000"/>
              <a:buFont typeface="Gill Sans"/>
              <a:buNone/>
              <a:defRPr b="1" sz="2000">
                <a:solidFill>
                  <a:schemeClr val="dk2"/>
                </a:solidFill>
                <a:latin typeface="Gill Sans"/>
                <a:ea typeface="Gill Sans"/>
                <a:cs typeface="Gill Sans"/>
                <a:sym typeface="Gill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67"/>
          <p:cNvSpPr txBox="1"/>
          <p:nvPr>
            <p:ph idx="1" type="body"/>
          </p:nvPr>
        </p:nvSpPr>
        <p:spPr>
          <a:xfrm>
            <a:off x="6324600" y="1219200"/>
            <a:ext cx="2514600" cy="4843463"/>
          </a:xfrm>
          <a:prstGeom prst="rect">
            <a:avLst/>
          </a:prstGeom>
          <a:noFill/>
          <a:ln>
            <a:noFill/>
          </a:ln>
        </p:spPr>
        <p:txBody>
          <a:bodyPr anchorCtr="0" anchor="t" bIns="45700" lIns="91425" spcFirstLastPara="1" rIns="91425" wrap="square" tIns="45700">
            <a:normAutofit/>
          </a:bodyPr>
          <a:lstStyle>
            <a:lvl1pPr indent="-228600" lvl="0" marL="457200" algn="l">
              <a:lnSpc>
                <a:spcPct val="137500"/>
              </a:lnSpc>
              <a:spcBef>
                <a:spcPts val="600"/>
              </a:spcBef>
              <a:spcAft>
                <a:spcPts val="0"/>
              </a:spcAft>
              <a:buSzPts val="1216"/>
              <a:buNone/>
              <a:defRPr sz="1600">
                <a:solidFill>
                  <a:schemeClr val="dk2"/>
                </a:solidFill>
              </a:defRPr>
            </a:lvl1pPr>
            <a:lvl2pPr indent="-228600" lvl="1" marL="914400" algn="l">
              <a:spcBef>
                <a:spcPts val="1000"/>
              </a:spcBef>
              <a:spcAft>
                <a:spcPts val="0"/>
              </a:spcAft>
              <a:buSzPts val="912"/>
              <a:buNone/>
              <a:defRPr sz="1200"/>
            </a:lvl2pPr>
            <a:lvl3pPr indent="-228600" lvl="2" marL="1371600" algn="l">
              <a:spcBef>
                <a:spcPts val="500"/>
              </a:spcBef>
              <a:spcAft>
                <a:spcPts val="0"/>
              </a:spcAft>
              <a:buSzPts val="760"/>
              <a:buNone/>
              <a:defRPr sz="1000"/>
            </a:lvl3pPr>
            <a:lvl4pPr indent="-228600" lvl="3" marL="1828800" algn="l">
              <a:spcBef>
                <a:spcPts val="400"/>
              </a:spcBef>
              <a:spcAft>
                <a:spcPts val="0"/>
              </a:spcAft>
              <a:buSzPts val="630"/>
              <a:buNone/>
              <a:defRPr sz="900"/>
            </a:lvl4pPr>
            <a:lvl5pPr indent="-228600" lvl="4" marL="2286000" algn="l">
              <a:spcBef>
                <a:spcPts val="300"/>
              </a:spcBef>
              <a:spcAft>
                <a:spcPts val="0"/>
              </a:spcAft>
              <a:buSzPts val="630"/>
              <a:buNone/>
              <a:defRPr sz="900"/>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73" name="Google Shape;73;p67"/>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67"/>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67"/>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cxnSp>
        <p:nvCxnSpPr>
          <p:cNvPr id="76" name="Google Shape;76;p67"/>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cxnSp>
        <p:nvCxnSpPr>
          <p:cNvPr id="77" name="Google Shape;77;p67"/>
          <p:cNvCxnSpPr/>
          <p:nvPr/>
        </p:nvCxnSpPr>
        <p:spPr>
          <a:xfrm rot="5400000">
            <a:off x="3160645" y="3324225"/>
            <a:ext cx="6035040" cy="0"/>
          </a:xfrm>
          <a:prstGeom prst="straightConnector1">
            <a:avLst/>
          </a:prstGeom>
          <a:noFill/>
          <a:ln cap="flat" cmpd="sng" w="9525">
            <a:solidFill>
              <a:schemeClr val="accent2"/>
            </a:solidFill>
            <a:prstDash val="dash"/>
            <a:round/>
            <a:headEnd len="sm" w="sm" type="none"/>
            <a:tailEnd len="sm" w="sm" type="none"/>
          </a:ln>
        </p:spPr>
      </p:cxnSp>
      <p:sp>
        <p:nvSpPr>
          <p:cNvPr id="78" name="Google Shape;78;p67"/>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79" name="Google Shape;79;p67"/>
          <p:cNvSpPr txBox="1"/>
          <p:nvPr>
            <p:ph idx="2" type="body"/>
          </p:nvPr>
        </p:nvSpPr>
        <p:spPr>
          <a:xfrm>
            <a:off x="304800" y="304800"/>
            <a:ext cx="5715000" cy="57150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bg>
      <p:bgPr>
        <a:solidFill>
          <a:schemeClr val="dk2"/>
        </a:solidFill>
      </p:bgPr>
    </p:bg>
    <p:spTree>
      <p:nvGrpSpPr>
        <p:cNvPr id="80" name="Shape 80"/>
        <p:cNvGrpSpPr/>
        <p:nvPr/>
      </p:nvGrpSpPr>
      <p:grpSpPr>
        <a:xfrm>
          <a:off x="0" y="0"/>
          <a:ext cx="0" cy="0"/>
          <a:chOff x="0" y="0"/>
          <a:chExt cx="0" cy="0"/>
        </a:xfrm>
      </p:grpSpPr>
      <p:sp>
        <p:nvSpPr>
          <p:cNvPr id="81" name="Google Shape;81;p68"/>
          <p:cNvSpPr txBox="1"/>
          <p:nvPr>
            <p:ph type="title"/>
          </p:nvPr>
        </p:nvSpPr>
        <p:spPr>
          <a:xfrm>
            <a:off x="457200" y="500856"/>
            <a:ext cx="8229600" cy="674688"/>
          </a:xfrm>
          <a:prstGeom prst="rect">
            <a:avLst/>
          </a:prstGeom>
          <a:noFill/>
          <a:ln cap="flat" cmpd="sng" w="9525">
            <a:solidFill>
              <a:schemeClr val="accent1"/>
            </a:solidFill>
            <a:prstDash val="solid"/>
            <a:round/>
            <a:headEnd len="sm" w="sm" type="none"/>
            <a:tailEnd len="sm" w="sm" type="none"/>
          </a:ln>
        </p:spPr>
        <p:txBody>
          <a:bodyPr anchorCtr="0" anchor="ctr" bIns="45700" lIns="274300" spcFirstLastPara="1" rIns="91425" wrap="square" tIns="45700">
            <a:normAutofit/>
          </a:bodyPr>
          <a:lstStyle>
            <a:lvl1pPr lvl="0" algn="r">
              <a:spcBef>
                <a:spcPts val="0"/>
              </a:spcBef>
              <a:spcAft>
                <a:spcPts val="0"/>
              </a:spcAft>
              <a:buClr>
                <a:schemeClr val="lt1"/>
              </a:buClr>
              <a:buSzPts val="2000"/>
              <a:buFont typeface="Bookman Old Style"/>
              <a:buNone/>
              <a:defRPr b="0" sz="2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68"/>
          <p:cNvSpPr/>
          <p:nvPr>
            <p:ph idx="2" type="pic"/>
          </p:nvPr>
        </p:nvSpPr>
        <p:spPr>
          <a:xfrm>
            <a:off x="457200" y="1905000"/>
            <a:ext cx="8229600" cy="4270248"/>
          </a:xfrm>
          <a:prstGeom prst="rect">
            <a:avLst/>
          </a:prstGeom>
          <a:solidFill>
            <a:srgbClr val="BABABA"/>
          </a:solidFill>
          <a:ln>
            <a:noFill/>
          </a:ln>
        </p:spPr>
        <p:txBody>
          <a:bodyPr anchorCtr="0" anchor="t" bIns="45700" lIns="91425" spcFirstLastPara="1" rIns="91425" wrap="square" tIns="45700">
            <a:normAutofit/>
          </a:bodyPr>
          <a:lstStyle>
            <a:lvl1pPr lvl="0" marR="0" rtl="0" algn="l">
              <a:spcBef>
                <a:spcPts val="600"/>
              </a:spcBef>
              <a:spcAft>
                <a:spcPts val="0"/>
              </a:spcAft>
              <a:buClr>
                <a:schemeClr val="accent1"/>
              </a:buClr>
              <a:buSzPts val="2432"/>
              <a:buFont typeface="Noto Sans Symbols"/>
              <a:buNone/>
              <a:defRPr b="0" i="0" sz="3200" u="none" cap="none" strike="noStrike">
                <a:solidFill>
                  <a:schemeClr val="lt1"/>
                </a:solidFill>
                <a:latin typeface="Gill Sans"/>
                <a:ea typeface="Gill Sans"/>
                <a:cs typeface="Gill Sans"/>
                <a:sym typeface="Gill Sans"/>
              </a:defRPr>
            </a:lvl1pPr>
            <a:lvl2pPr lvl="1" marR="0" rtl="0" algn="l">
              <a:spcBef>
                <a:spcPts val="500"/>
              </a:spcBef>
              <a:spcAft>
                <a:spcPts val="0"/>
              </a:spcAft>
              <a:buClr>
                <a:schemeClr val="accent2"/>
              </a:buClr>
              <a:buSzPts val="1748"/>
              <a:buFont typeface="Noto Sans Symbols"/>
              <a:buChar char="🞂"/>
              <a:defRPr b="0" i="0" sz="2300" u="none" cap="none" strike="noStrike">
                <a:solidFill>
                  <a:schemeClr val="lt2"/>
                </a:solidFill>
                <a:latin typeface="Gill Sans"/>
                <a:ea typeface="Gill Sans"/>
                <a:cs typeface="Gill Sans"/>
                <a:sym typeface="Gill Sans"/>
              </a:defRPr>
            </a:lvl2pPr>
            <a:lvl3pPr lvl="2" marR="0" rtl="0" algn="l">
              <a:spcBef>
                <a:spcPts val="500"/>
              </a:spcBef>
              <a:spcAft>
                <a:spcPts val="0"/>
              </a:spcAft>
              <a:buClr>
                <a:schemeClr val="dk1"/>
              </a:buClr>
              <a:buSzPts val="1520"/>
              <a:buFont typeface="Noto Sans Symbols"/>
              <a:buChar char="🞂"/>
              <a:defRPr b="0" i="0" sz="2000" u="none" cap="none" strike="noStrike">
                <a:solidFill>
                  <a:schemeClr val="lt1"/>
                </a:solidFill>
                <a:latin typeface="Gill Sans"/>
                <a:ea typeface="Gill Sans"/>
                <a:cs typeface="Gill Sans"/>
                <a:sym typeface="Gill Sans"/>
              </a:defRPr>
            </a:lvl3pPr>
            <a:lvl4pPr lvl="3" marR="0" rtl="0" algn="l">
              <a:spcBef>
                <a:spcPts val="400"/>
              </a:spcBef>
              <a:spcAft>
                <a:spcPts val="0"/>
              </a:spcAft>
              <a:buClr>
                <a:srgbClr val="8BA1B3"/>
              </a:buClr>
              <a:buSzPts val="1260"/>
              <a:buFont typeface="Noto Sans Symbols"/>
              <a:buChar char="◻"/>
              <a:defRPr b="0" i="0" sz="1800" u="none" cap="none" strike="noStrike">
                <a:solidFill>
                  <a:schemeClr val="lt1"/>
                </a:solidFill>
                <a:latin typeface="Gill Sans"/>
                <a:ea typeface="Gill Sans"/>
                <a:cs typeface="Gill Sans"/>
                <a:sym typeface="Gill Sans"/>
              </a:defRPr>
            </a:lvl4pPr>
            <a:lvl5pPr lvl="4" marR="0" rtl="0" algn="l">
              <a:spcBef>
                <a:spcPts val="300"/>
              </a:spcBef>
              <a:spcAft>
                <a:spcPts val="0"/>
              </a:spcAft>
              <a:buClr>
                <a:schemeClr val="accent2"/>
              </a:buClr>
              <a:buSzPts val="1120"/>
              <a:buFont typeface="Noto Sans Symbols"/>
              <a:buChar char="◻"/>
              <a:defRPr b="0" i="0" sz="1600" u="none" cap="none" strike="noStrike">
                <a:solidFill>
                  <a:schemeClr val="lt1"/>
                </a:solidFill>
                <a:latin typeface="Gill Sans"/>
                <a:ea typeface="Gill Sans"/>
                <a:cs typeface="Gill Sans"/>
                <a:sym typeface="Gill Sans"/>
              </a:defRPr>
            </a:lvl5pPr>
            <a:lvl6pPr lvl="5" marR="0" rtl="0" algn="l">
              <a:spcBef>
                <a:spcPts val="300"/>
              </a:spcBef>
              <a:spcAft>
                <a:spcPts val="0"/>
              </a:spcAft>
              <a:buClr>
                <a:srgbClr val="8BA1B3"/>
              </a:buClr>
              <a:buSzPts val="1200"/>
              <a:buFont typeface="Noto Sans Symbols"/>
              <a:buChar char="🞂"/>
              <a:defRPr b="0" i="0" sz="1600" u="none" cap="none" strike="noStrike">
                <a:solidFill>
                  <a:schemeClr val="lt1"/>
                </a:solidFill>
                <a:latin typeface="Gill Sans"/>
                <a:ea typeface="Gill Sans"/>
                <a:cs typeface="Gill Sans"/>
                <a:sym typeface="Gill Sans"/>
              </a:defRPr>
            </a:lvl6pPr>
            <a:lvl7pPr lvl="6" marR="0" rtl="0" algn="l">
              <a:spcBef>
                <a:spcPts val="300"/>
              </a:spcBef>
              <a:spcAft>
                <a:spcPts val="0"/>
              </a:spcAft>
              <a:buClr>
                <a:srgbClr val="646C8F"/>
              </a:buClr>
              <a:buSzPts val="1050"/>
              <a:buFont typeface="Noto Sans Symbols"/>
              <a:buChar char="🞂"/>
              <a:defRPr b="0" i="0" sz="1400" u="none" cap="none" strike="noStrike">
                <a:solidFill>
                  <a:schemeClr val="lt1"/>
                </a:solidFill>
                <a:latin typeface="Gill Sans"/>
                <a:ea typeface="Gill Sans"/>
                <a:cs typeface="Gill Sans"/>
                <a:sym typeface="Gill Sans"/>
              </a:defRPr>
            </a:lvl7pPr>
            <a:lvl8pPr lvl="7" marR="0" rtl="0" algn="l">
              <a:spcBef>
                <a:spcPts val="300"/>
              </a:spcBef>
              <a:spcAft>
                <a:spcPts val="0"/>
              </a:spcAft>
              <a:buClr>
                <a:srgbClr val="BABABA"/>
              </a:buClr>
              <a:buSzPts val="1050"/>
              <a:buFont typeface="Noto Sans Symbols"/>
              <a:buChar char="🞂"/>
              <a:defRPr b="0" i="0" sz="1400" u="none" cap="none" strike="noStrike">
                <a:solidFill>
                  <a:schemeClr val="lt1"/>
                </a:solidFill>
                <a:latin typeface="Gill Sans"/>
                <a:ea typeface="Gill Sans"/>
                <a:cs typeface="Gill Sans"/>
                <a:sym typeface="Gill Sans"/>
              </a:defRPr>
            </a:lvl8pPr>
            <a:lvl9pPr lvl="8" marR="0" rtl="0" algn="l">
              <a:spcBef>
                <a:spcPts val="300"/>
              </a:spcBef>
              <a:spcAft>
                <a:spcPts val="0"/>
              </a:spcAft>
              <a:buClr>
                <a:srgbClr val="9FB8CD"/>
              </a:buClr>
              <a:buSzPts val="900"/>
              <a:buFont typeface="Noto Sans Symbols"/>
              <a:buChar char="🞂"/>
              <a:defRPr b="0" i="0" sz="1200" u="none" cap="none" strike="noStrike">
                <a:solidFill>
                  <a:schemeClr val="lt1"/>
                </a:solidFill>
                <a:latin typeface="Gill Sans"/>
                <a:ea typeface="Gill Sans"/>
                <a:cs typeface="Gill Sans"/>
                <a:sym typeface="Gill Sans"/>
              </a:defRPr>
            </a:lvl9pPr>
          </a:lstStyle>
          <a:p/>
        </p:txBody>
      </p:sp>
      <p:sp>
        <p:nvSpPr>
          <p:cNvPr id="83" name="Google Shape;83;p68"/>
          <p:cNvSpPr txBox="1"/>
          <p:nvPr>
            <p:ph idx="1" type="body"/>
          </p:nvPr>
        </p:nvSpPr>
        <p:spPr>
          <a:xfrm>
            <a:off x="457200" y="1219200"/>
            <a:ext cx="8229600" cy="533400"/>
          </a:xfrm>
          <a:prstGeom prst="rect">
            <a:avLst/>
          </a:prstGeom>
          <a:noFill/>
          <a:ln>
            <a:noFill/>
          </a:ln>
        </p:spPr>
        <p:txBody>
          <a:bodyPr anchorCtr="0" anchor="ctr" bIns="45700" lIns="91425" spcFirstLastPara="1" rIns="91425" wrap="square" tIns="45700">
            <a:normAutofit/>
          </a:bodyPr>
          <a:lstStyle>
            <a:lvl1pPr indent="-228600" lvl="0" marL="457200" algn="l">
              <a:spcBef>
                <a:spcPts val="600"/>
              </a:spcBef>
              <a:spcAft>
                <a:spcPts val="0"/>
              </a:spcAft>
              <a:buSzPts val="1064"/>
              <a:buFont typeface="Gill Sans"/>
              <a:buNone/>
              <a:defRPr sz="1400"/>
            </a:lvl1pPr>
            <a:lvl2pPr indent="-286512" lvl="1" marL="914400" algn="l">
              <a:spcBef>
                <a:spcPts val="500"/>
              </a:spcBef>
              <a:spcAft>
                <a:spcPts val="0"/>
              </a:spcAft>
              <a:buSzPts val="912"/>
              <a:buChar char="🞂"/>
              <a:defRPr sz="1200"/>
            </a:lvl2pPr>
            <a:lvl3pPr indent="-276860" lvl="2" marL="1371600" algn="l">
              <a:spcBef>
                <a:spcPts val="500"/>
              </a:spcBef>
              <a:spcAft>
                <a:spcPts val="0"/>
              </a:spcAft>
              <a:buSzPts val="760"/>
              <a:buChar char="🞂"/>
              <a:defRPr sz="1000"/>
            </a:lvl3pPr>
            <a:lvl4pPr indent="-268605" lvl="3" marL="1828800" algn="l">
              <a:spcBef>
                <a:spcPts val="400"/>
              </a:spcBef>
              <a:spcAft>
                <a:spcPts val="0"/>
              </a:spcAft>
              <a:buSzPts val="630"/>
              <a:buChar char="◻"/>
              <a:defRPr sz="900"/>
            </a:lvl4pPr>
            <a:lvl5pPr indent="-268604" lvl="4" marL="2286000" algn="l">
              <a:spcBef>
                <a:spcPts val="300"/>
              </a:spcBef>
              <a:spcAft>
                <a:spcPts val="0"/>
              </a:spcAft>
              <a:buSzPts val="630"/>
              <a:buChar char="◻"/>
              <a:defRPr sz="900"/>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84" name="Google Shape;84;p68"/>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68"/>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68"/>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cxnSp>
        <p:nvCxnSpPr>
          <p:cNvPr id="87" name="Google Shape;87;p68"/>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sp>
        <p:nvSpPr>
          <p:cNvPr id="88" name="Google Shape;88;p68"/>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89" name="Google Shape;89;p68"/>
          <p:cNvSpPr/>
          <p:nvPr/>
        </p:nvSpPr>
        <p:spPr>
          <a:xfrm>
            <a:off x="457200" y="500856"/>
            <a:ext cx="182880" cy="6858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0" name="Shape 90"/>
        <p:cNvGrpSpPr/>
        <p:nvPr/>
      </p:nvGrpSpPr>
      <p:grpSpPr>
        <a:xfrm>
          <a:off x="0" y="0"/>
          <a:ext cx="0" cy="0"/>
          <a:chOff x="0" y="0"/>
          <a:chExt cx="0" cy="0"/>
        </a:xfrm>
      </p:grpSpPr>
      <p:sp>
        <p:nvSpPr>
          <p:cNvPr id="91" name="Google Shape;91;p69"/>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69"/>
          <p:cNvSpPr txBox="1"/>
          <p:nvPr>
            <p:ph idx="1" type="body"/>
          </p:nvPr>
        </p:nvSpPr>
        <p:spPr>
          <a:xfrm rot="5400000">
            <a:off x="2116836" y="-440436"/>
            <a:ext cx="4910328" cy="82296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93" name="Google Shape;93;p69"/>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69"/>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69"/>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96" name="Shape 96"/>
        <p:cNvGrpSpPr/>
        <p:nvPr/>
      </p:nvGrpSpPr>
      <p:grpSpPr>
        <a:xfrm>
          <a:off x="0" y="0"/>
          <a:ext cx="0" cy="0"/>
          <a:chOff x="0" y="0"/>
          <a:chExt cx="0" cy="0"/>
        </a:xfrm>
      </p:grpSpPr>
      <p:sp>
        <p:nvSpPr>
          <p:cNvPr id="97" name="Google Shape;97;p70"/>
          <p:cNvSpPr txBox="1"/>
          <p:nvPr>
            <p:ph type="title"/>
          </p:nvPr>
        </p:nvSpPr>
        <p:spPr>
          <a:xfrm rot="5400000">
            <a:off x="4732337" y="2171700"/>
            <a:ext cx="5851525" cy="2057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70"/>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99" name="Google Shape;99;p70"/>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70"/>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70"/>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cxnSp>
        <p:nvCxnSpPr>
          <p:cNvPr id="102" name="Google Shape;102;p70"/>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sp>
        <p:nvSpPr>
          <p:cNvPr id="103" name="Google Shape;103;p70"/>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cxnSp>
        <p:nvCxnSpPr>
          <p:cNvPr id="104" name="Google Shape;104;p70"/>
          <p:cNvCxnSpPr/>
          <p:nvPr/>
        </p:nvCxnSpPr>
        <p:spPr>
          <a:xfrm rot="5400000">
            <a:off x="3629607" y="3201952"/>
            <a:ext cx="5852160" cy="0"/>
          </a:xfrm>
          <a:prstGeom prst="straightConnector1">
            <a:avLst/>
          </a:prstGeom>
          <a:noFill/>
          <a:ln cap="flat" cmpd="sng" w="9525">
            <a:solidFill>
              <a:schemeClr val="accent2"/>
            </a:solidFill>
            <a:prstDash val="dash"/>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9"/>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lvl1pPr lvl="0" marR="0" rtl="0" algn="l">
              <a:spcBef>
                <a:spcPts val="0"/>
              </a:spcBef>
              <a:spcAft>
                <a:spcPts val="0"/>
              </a:spcAft>
              <a:buClr>
                <a:schemeClr val="dk2"/>
              </a:buClr>
              <a:buSzPts val="3200"/>
              <a:buFont typeface="Bookman Old Style"/>
              <a:buNone/>
              <a:defRPr b="0" i="0" sz="3200" u="none" cap="none" strike="noStrike">
                <a:solidFill>
                  <a:schemeClr val="dk2"/>
                </a:solidFill>
                <a:latin typeface="Bookman Old Style"/>
                <a:ea typeface="Bookman Old Style"/>
                <a:cs typeface="Bookman Old Style"/>
                <a:sym typeface="Bookman Old Styl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59"/>
          <p:cNvSpPr txBox="1"/>
          <p:nvPr>
            <p:ph idx="1" type="body"/>
          </p:nvPr>
        </p:nvSpPr>
        <p:spPr>
          <a:xfrm>
            <a:off x="457200" y="1219200"/>
            <a:ext cx="8229600" cy="4910328"/>
          </a:xfrm>
          <a:prstGeom prst="rect">
            <a:avLst/>
          </a:prstGeom>
          <a:noFill/>
          <a:ln>
            <a:noFill/>
          </a:ln>
        </p:spPr>
        <p:txBody>
          <a:bodyPr anchorCtr="0" anchor="t" bIns="45700" lIns="91425" spcFirstLastPara="1" rIns="91425" wrap="square" tIns="45700">
            <a:normAutofit/>
          </a:bodyPr>
          <a:lstStyle>
            <a:lvl1pPr indent="-354076" lvl="0" marL="457200" marR="0" rtl="0" algn="l">
              <a:spcBef>
                <a:spcPts val="600"/>
              </a:spcBef>
              <a:spcAft>
                <a:spcPts val="0"/>
              </a:spcAft>
              <a:buClr>
                <a:schemeClr val="accent1"/>
              </a:buClr>
              <a:buSzPts val="1976"/>
              <a:buFont typeface="Noto Sans Symbols"/>
              <a:buChar char="🞂"/>
              <a:defRPr b="0" i="0" sz="2600" u="none" cap="none" strike="noStrike">
                <a:solidFill>
                  <a:schemeClr val="dk1"/>
                </a:solidFill>
                <a:latin typeface="Gill Sans"/>
                <a:ea typeface="Gill Sans"/>
                <a:cs typeface="Gill Sans"/>
                <a:sym typeface="Gill Sans"/>
              </a:defRPr>
            </a:lvl1pPr>
            <a:lvl2pPr indent="-339597" lvl="1" marL="914400" marR="0" rtl="0" algn="l">
              <a:spcBef>
                <a:spcPts val="500"/>
              </a:spcBef>
              <a:spcAft>
                <a:spcPts val="0"/>
              </a:spcAft>
              <a:buClr>
                <a:schemeClr val="accent2"/>
              </a:buClr>
              <a:buSzPts val="1748"/>
              <a:buFont typeface="Noto Sans Symbols"/>
              <a:buChar char="🞂"/>
              <a:defRPr b="0" i="0" sz="2300" u="none" cap="none" strike="noStrike">
                <a:solidFill>
                  <a:schemeClr val="dk2"/>
                </a:solidFill>
                <a:latin typeface="Gill Sans"/>
                <a:ea typeface="Gill Sans"/>
                <a:cs typeface="Gill Sans"/>
                <a:sym typeface="Gill Sans"/>
              </a:defRPr>
            </a:lvl2pPr>
            <a:lvl3pPr indent="-325119" lvl="2" marL="1371600" marR="0" rtl="0" algn="l">
              <a:spcBef>
                <a:spcPts val="500"/>
              </a:spcBef>
              <a:spcAft>
                <a:spcPts val="0"/>
              </a:spcAft>
              <a:buClr>
                <a:srgbClr val="BABABA"/>
              </a:buClr>
              <a:buSzPts val="1520"/>
              <a:buFont typeface="Noto Sans Symbols"/>
              <a:buChar char="🞂"/>
              <a:defRPr b="0" i="0" sz="2000" u="none" cap="none" strike="noStrike">
                <a:solidFill>
                  <a:schemeClr val="dk1"/>
                </a:solidFill>
                <a:latin typeface="Gill Sans"/>
                <a:ea typeface="Gill Sans"/>
                <a:cs typeface="Gill Sans"/>
                <a:sym typeface="Gill Sans"/>
              </a:defRPr>
            </a:lvl3pPr>
            <a:lvl4pPr indent="-308610" lvl="3" marL="1828800" marR="0" rtl="0" algn="l">
              <a:spcBef>
                <a:spcPts val="400"/>
              </a:spcBef>
              <a:spcAft>
                <a:spcPts val="0"/>
              </a:spcAft>
              <a:buClr>
                <a:srgbClr val="8BA1B3"/>
              </a:buClr>
              <a:buSzPts val="1260"/>
              <a:buFont typeface="Noto Sans Symbols"/>
              <a:buChar char="◻"/>
              <a:defRPr b="0" i="0" sz="1800" u="none" cap="none" strike="noStrike">
                <a:solidFill>
                  <a:schemeClr val="dk1"/>
                </a:solidFill>
                <a:latin typeface="Gill Sans"/>
                <a:ea typeface="Gill Sans"/>
                <a:cs typeface="Gill Sans"/>
                <a:sym typeface="Gill Sans"/>
              </a:defRPr>
            </a:lvl4pPr>
            <a:lvl5pPr indent="-299720" lvl="4" marL="2286000" marR="0" rtl="0" algn="l">
              <a:spcBef>
                <a:spcPts val="300"/>
              </a:spcBef>
              <a:spcAft>
                <a:spcPts val="0"/>
              </a:spcAft>
              <a:buClr>
                <a:schemeClr val="accent2"/>
              </a:buClr>
              <a:buSzPts val="1120"/>
              <a:buFont typeface="Noto Sans Symbols"/>
              <a:buChar char="◻"/>
              <a:defRPr b="0" i="0" sz="1600" u="none" cap="none" strike="noStrike">
                <a:solidFill>
                  <a:schemeClr val="dk1"/>
                </a:solidFill>
                <a:latin typeface="Gill Sans"/>
                <a:ea typeface="Gill Sans"/>
                <a:cs typeface="Gill Sans"/>
                <a:sym typeface="Gill Sans"/>
              </a:defRPr>
            </a:lvl5pPr>
            <a:lvl6pPr indent="-304800" lvl="5" marL="2743200" marR="0" rtl="0" algn="l">
              <a:spcBef>
                <a:spcPts val="300"/>
              </a:spcBef>
              <a:spcAft>
                <a:spcPts val="0"/>
              </a:spcAft>
              <a:buClr>
                <a:srgbClr val="8BA1B3"/>
              </a:buClr>
              <a:buSzPts val="1200"/>
              <a:buFont typeface="Noto Sans Symbols"/>
              <a:buChar char="🞂"/>
              <a:defRPr b="0" i="0" sz="1600" u="none" cap="none" strike="noStrike">
                <a:solidFill>
                  <a:schemeClr val="dk1"/>
                </a:solidFill>
                <a:latin typeface="Gill Sans"/>
                <a:ea typeface="Gill Sans"/>
                <a:cs typeface="Gill Sans"/>
                <a:sym typeface="Gill Sans"/>
              </a:defRPr>
            </a:lvl6pPr>
            <a:lvl7pPr indent="-295275" lvl="6" marL="3200400" marR="0" rtl="0" algn="l">
              <a:spcBef>
                <a:spcPts val="300"/>
              </a:spcBef>
              <a:spcAft>
                <a:spcPts val="0"/>
              </a:spcAft>
              <a:buClr>
                <a:srgbClr val="646C8F"/>
              </a:buClr>
              <a:buSzPts val="1050"/>
              <a:buFont typeface="Noto Sans Symbols"/>
              <a:buChar char="🞂"/>
              <a:defRPr b="0" i="0" sz="1400" u="none" cap="none" strike="noStrike">
                <a:solidFill>
                  <a:schemeClr val="dk1"/>
                </a:solidFill>
                <a:latin typeface="Gill Sans"/>
                <a:ea typeface="Gill Sans"/>
                <a:cs typeface="Gill Sans"/>
                <a:sym typeface="Gill Sans"/>
              </a:defRPr>
            </a:lvl7pPr>
            <a:lvl8pPr indent="-295275" lvl="7" marL="3657600" marR="0" rtl="0" algn="l">
              <a:spcBef>
                <a:spcPts val="300"/>
              </a:spcBef>
              <a:spcAft>
                <a:spcPts val="0"/>
              </a:spcAft>
              <a:buClr>
                <a:srgbClr val="BABABA"/>
              </a:buClr>
              <a:buSzPts val="1050"/>
              <a:buFont typeface="Noto Sans Symbols"/>
              <a:buChar char="🞂"/>
              <a:defRPr b="0" i="0" sz="1400" u="none" cap="none" strike="noStrike">
                <a:solidFill>
                  <a:schemeClr val="dk1"/>
                </a:solidFill>
                <a:latin typeface="Gill Sans"/>
                <a:ea typeface="Gill Sans"/>
                <a:cs typeface="Gill Sans"/>
                <a:sym typeface="Gill Sans"/>
              </a:defRPr>
            </a:lvl8pPr>
            <a:lvl9pPr indent="-285750" lvl="8" marL="4114800" marR="0" rtl="0" algn="l">
              <a:spcBef>
                <a:spcPts val="300"/>
              </a:spcBef>
              <a:spcAft>
                <a:spcPts val="0"/>
              </a:spcAft>
              <a:buClr>
                <a:srgbClr val="9FB8CD"/>
              </a:buClr>
              <a:buSzPts val="900"/>
              <a:buFont typeface="Noto Sans Symbols"/>
              <a:buChar char="🞂"/>
              <a:defRPr b="0" i="0" sz="1200" u="none" cap="none" strike="noStrike">
                <a:solidFill>
                  <a:schemeClr val="dk1"/>
                </a:solidFill>
                <a:latin typeface="Gill Sans"/>
                <a:ea typeface="Gill Sans"/>
                <a:cs typeface="Gill Sans"/>
                <a:sym typeface="Gill Sans"/>
              </a:defRPr>
            </a:lvl9pPr>
          </a:lstStyle>
          <a:p/>
        </p:txBody>
      </p:sp>
      <p:sp>
        <p:nvSpPr>
          <p:cNvPr id="12" name="Google Shape;12;p59"/>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400" u="none" cap="none" strike="noStrike">
                <a:solidFill>
                  <a:schemeClr val="dk2"/>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3" name="Google Shape;13;p59"/>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400" u="none" cap="none" strike="noStrike">
                <a:solidFill>
                  <a:schemeClr val="dk2"/>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4" name="Google Shape;14;p59"/>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400" u="none" cap="none" strike="noStrike">
                <a:solidFill>
                  <a:schemeClr val="dk2"/>
                </a:solidFill>
                <a:latin typeface="Gill Sans"/>
                <a:ea typeface="Gill Sans"/>
                <a:cs typeface="Gill Sans"/>
                <a:sym typeface="Gill Sans"/>
              </a:defRPr>
            </a:lvl1pPr>
            <a:lvl2pPr indent="0" lvl="1" marL="0" marR="0" rtl="0" algn="l">
              <a:spcBef>
                <a:spcPts val="0"/>
              </a:spcBef>
              <a:buNone/>
              <a:defRPr b="0" i="0" sz="1400" u="none" cap="none" strike="noStrike">
                <a:solidFill>
                  <a:schemeClr val="dk2"/>
                </a:solidFill>
                <a:latin typeface="Gill Sans"/>
                <a:ea typeface="Gill Sans"/>
                <a:cs typeface="Gill Sans"/>
                <a:sym typeface="Gill Sans"/>
              </a:defRPr>
            </a:lvl2pPr>
            <a:lvl3pPr indent="0" lvl="2" marL="0" marR="0" rtl="0" algn="l">
              <a:spcBef>
                <a:spcPts val="0"/>
              </a:spcBef>
              <a:buNone/>
              <a:defRPr b="0" i="0" sz="1400" u="none" cap="none" strike="noStrike">
                <a:solidFill>
                  <a:schemeClr val="dk2"/>
                </a:solidFill>
                <a:latin typeface="Gill Sans"/>
                <a:ea typeface="Gill Sans"/>
                <a:cs typeface="Gill Sans"/>
                <a:sym typeface="Gill Sans"/>
              </a:defRPr>
            </a:lvl3pPr>
            <a:lvl4pPr indent="0" lvl="3" marL="0" marR="0" rtl="0" algn="l">
              <a:spcBef>
                <a:spcPts val="0"/>
              </a:spcBef>
              <a:buNone/>
              <a:defRPr b="0" i="0" sz="1400" u="none" cap="none" strike="noStrike">
                <a:solidFill>
                  <a:schemeClr val="dk2"/>
                </a:solidFill>
                <a:latin typeface="Gill Sans"/>
                <a:ea typeface="Gill Sans"/>
                <a:cs typeface="Gill Sans"/>
                <a:sym typeface="Gill Sans"/>
              </a:defRPr>
            </a:lvl4pPr>
            <a:lvl5pPr indent="0" lvl="4" marL="0" marR="0" rtl="0" algn="l">
              <a:spcBef>
                <a:spcPts val="0"/>
              </a:spcBef>
              <a:buNone/>
              <a:defRPr b="0" i="0" sz="1400" u="none" cap="none" strike="noStrike">
                <a:solidFill>
                  <a:schemeClr val="dk2"/>
                </a:solidFill>
                <a:latin typeface="Gill Sans"/>
                <a:ea typeface="Gill Sans"/>
                <a:cs typeface="Gill Sans"/>
                <a:sym typeface="Gill Sans"/>
              </a:defRPr>
            </a:lvl5pPr>
            <a:lvl6pPr indent="0" lvl="5" marL="0" marR="0" rtl="0" algn="l">
              <a:spcBef>
                <a:spcPts val="0"/>
              </a:spcBef>
              <a:buNone/>
              <a:defRPr b="0" i="0" sz="1400" u="none" cap="none" strike="noStrike">
                <a:solidFill>
                  <a:schemeClr val="dk2"/>
                </a:solidFill>
                <a:latin typeface="Gill Sans"/>
                <a:ea typeface="Gill Sans"/>
                <a:cs typeface="Gill Sans"/>
                <a:sym typeface="Gill Sans"/>
              </a:defRPr>
            </a:lvl6pPr>
            <a:lvl7pPr indent="0" lvl="6" marL="0" marR="0" rtl="0" algn="l">
              <a:spcBef>
                <a:spcPts val="0"/>
              </a:spcBef>
              <a:buNone/>
              <a:defRPr b="0" i="0" sz="1400" u="none" cap="none" strike="noStrike">
                <a:solidFill>
                  <a:schemeClr val="dk2"/>
                </a:solidFill>
                <a:latin typeface="Gill Sans"/>
                <a:ea typeface="Gill Sans"/>
                <a:cs typeface="Gill Sans"/>
                <a:sym typeface="Gill Sans"/>
              </a:defRPr>
            </a:lvl7pPr>
            <a:lvl8pPr indent="0" lvl="7" marL="0" marR="0" rtl="0" algn="l">
              <a:spcBef>
                <a:spcPts val="0"/>
              </a:spcBef>
              <a:buNone/>
              <a:defRPr b="0" i="0" sz="1400" u="none" cap="none" strike="noStrike">
                <a:solidFill>
                  <a:schemeClr val="dk2"/>
                </a:solidFill>
                <a:latin typeface="Gill Sans"/>
                <a:ea typeface="Gill Sans"/>
                <a:cs typeface="Gill Sans"/>
                <a:sym typeface="Gill Sans"/>
              </a:defRPr>
            </a:lvl8pPr>
            <a:lvl9pPr indent="0" lvl="8" marL="0" marR="0" rtl="0" algn="l">
              <a:spcBef>
                <a:spcPts val="0"/>
              </a:spcBef>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GB"/>
              <a:t>‹#›</a:t>
            </a:fld>
            <a:endParaRPr/>
          </a:p>
        </p:txBody>
      </p:sp>
      <p:cxnSp>
        <p:nvCxnSpPr>
          <p:cNvPr id="15" name="Google Shape;15;p59"/>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cxnSp>
        <p:nvCxnSpPr>
          <p:cNvPr id="16" name="Google Shape;16;p59"/>
          <p:cNvCxnSpPr/>
          <p:nvPr/>
        </p:nvCxnSpPr>
        <p:spPr>
          <a:xfrm>
            <a:off x="457200" y="1143000"/>
            <a:ext cx="8229600" cy="0"/>
          </a:xfrm>
          <a:prstGeom prst="straightConnector1">
            <a:avLst/>
          </a:prstGeom>
          <a:noFill/>
          <a:ln cap="flat" cmpd="sng" w="9525">
            <a:solidFill>
              <a:schemeClr val="accent2"/>
            </a:solidFill>
            <a:prstDash val="dash"/>
            <a:round/>
            <a:headEnd len="sm" w="sm" type="none"/>
            <a:tailEnd len="sm" w="sm" type="none"/>
          </a:ln>
        </p:spPr>
      </p:cxnSp>
      <p:sp>
        <p:nvSpPr>
          <p:cNvPr id="17" name="Google Shape;17;p59"/>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hyperlink" Target="https://ai2.appinventor.mit.edu/"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10.png"/><Relationship Id="rId4" Type="http://schemas.openxmlformats.org/officeDocument/2006/relationships/image" Target="../media/image1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hyperlink" Target="https://en.wikipedia.org/wiki/List_of_HTTP_status_codes"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1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1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13.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
          <p:cNvSpPr txBox="1"/>
          <p:nvPr>
            <p:ph type="ctrTitle"/>
          </p:nvPr>
        </p:nvSpPr>
        <p:spPr>
          <a:xfrm>
            <a:off x="1219200" y="3886200"/>
            <a:ext cx="6858000" cy="990600"/>
          </a:xfrm>
          <a:prstGeom prst="rect">
            <a:avLst/>
          </a:prstGeom>
          <a:noFill/>
          <a:ln>
            <a:noFill/>
          </a:ln>
        </p:spPr>
        <p:txBody>
          <a:bodyPr anchorCtr="0" anchor="t" bIns="45700" lIns="91425" spcFirstLastPara="1" rIns="91425" wrap="square" tIns="45700">
            <a:normAutofit/>
          </a:bodyPr>
          <a:lstStyle/>
          <a:p>
            <a:pPr indent="0" lvl="0" marL="0" rtl="0" algn="r">
              <a:spcBef>
                <a:spcPts val="0"/>
              </a:spcBef>
              <a:spcAft>
                <a:spcPts val="0"/>
              </a:spcAft>
              <a:buClr>
                <a:schemeClr val="dk1"/>
              </a:buClr>
              <a:buSzPts val="3200"/>
              <a:buFont typeface="Bookman Old Style"/>
              <a:buNone/>
            </a:pPr>
            <a:r>
              <a:rPr lang="en-GB"/>
              <a:t>PHP and MySQL</a:t>
            </a:r>
            <a:endParaRPr/>
          </a:p>
        </p:txBody>
      </p:sp>
      <p:sp>
        <p:nvSpPr>
          <p:cNvPr id="110" name="Google Shape;110;p1"/>
          <p:cNvSpPr txBox="1"/>
          <p:nvPr>
            <p:ph idx="1" type="subTitle"/>
          </p:nvPr>
        </p:nvSpPr>
        <p:spPr>
          <a:xfrm>
            <a:off x="1219200" y="5124450"/>
            <a:ext cx="6858000" cy="533400"/>
          </a:xfrm>
          <a:prstGeom prst="rect">
            <a:avLst/>
          </a:prstGeom>
          <a:noFill/>
          <a:ln>
            <a:noFill/>
          </a:ln>
        </p:spPr>
        <p:txBody>
          <a:bodyPr anchorCtr="0" anchor="t" bIns="45700" lIns="91425" spcFirstLastPara="1" rIns="91425" wrap="square" tIns="45700">
            <a:normAutofit/>
          </a:bodyPr>
          <a:lstStyle/>
          <a:p>
            <a:pPr indent="0" lvl="0" marL="0" rtl="0" algn="r">
              <a:spcBef>
                <a:spcPts val="0"/>
              </a:spcBef>
              <a:spcAft>
                <a:spcPts val="0"/>
              </a:spcAft>
              <a:buSzPts val="152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Checking</a:t>
            </a:r>
            <a:endParaRPr/>
          </a:p>
        </p:txBody>
      </p:sp>
      <p:pic>
        <p:nvPicPr>
          <p:cNvPr id="116" name="Google Shape;116;p2"/>
          <p:cNvPicPr preferRelativeResize="0"/>
          <p:nvPr>
            <p:ph idx="1" type="body"/>
          </p:nvPr>
        </p:nvPicPr>
        <p:blipFill rotWithShape="1">
          <a:blip r:embed="rId3">
            <a:alphaModFix/>
          </a:blip>
          <a:srcRect b="0" l="0" r="0" t="0"/>
          <a:stretch/>
        </p:blipFill>
        <p:spPr>
          <a:xfrm>
            <a:off x="3429000" y="3581400"/>
            <a:ext cx="2388440" cy="2636811"/>
          </a:xfrm>
          <a:prstGeom prst="rect">
            <a:avLst/>
          </a:prstGeom>
          <a:noFill/>
          <a:ln>
            <a:noFill/>
          </a:ln>
        </p:spPr>
      </p:pic>
      <p:sp>
        <p:nvSpPr>
          <p:cNvPr id="117" name="Google Shape;117;p2"/>
          <p:cNvSpPr/>
          <p:nvPr/>
        </p:nvSpPr>
        <p:spPr>
          <a:xfrm>
            <a:off x="457200" y="1371600"/>
            <a:ext cx="2819400" cy="2133600"/>
          </a:xfrm>
          <a:prstGeom prst="cloudCallout">
            <a:avLst>
              <a:gd fmla="val 50912" name="adj1"/>
              <a:gd fmla="val 96555" name="adj2"/>
            </a:avLst>
          </a:prstGeom>
          <a:solidFill>
            <a:schemeClr val="accent1"/>
          </a:solidFill>
          <a:ln cap="flat" cmpd="sng" w="19050">
            <a:solidFill>
              <a:srgbClr val="535A7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GB" sz="1800" u="none" cap="none" strike="noStrike">
                <a:solidFill>
                  <a:schemeClr val="lt1"/>
                </a:solidFill>
                <a:latin typeface="Gill Sans"/>
                <a:ea typeface="Gill Sans"/>
                <a:cs typeface="Gill Sans"/>
                <a:sym typeface="Gill Sans"/>
              </a:rPr>
              <a:t>PHP Syntax … DONE!</a:t>
            </a:r>
            <a:endParaRPr b="0" i="0" sz="1800" u="none" cap="none" strike="noStrike">
              <a:solidFill>
                <a:schemeClr val="lt1"/>
              </a:solidFill>
              <a:latin typeface="Gill Sans"/>
              <a:ea typeface="Gill Sans"/>
              <a:cs typeface="Gill Sans"/>
              <a:sym typeface="Gill Sans"/>
            </a:endParaRPr>
          </a:p>
        </p:txBody>
      </p:sp>
      <p:sp>
        <p:nvSpPr>
          <p:cNvPr id="118" name="Google Shape;118;p2"/>
          <p:cNvSpPr/>
          <p:nvPr/>
        </p:nvSpPr>
        <p:spPr>
          <a:xfrm>
            <a:off x="3962400" y="762000"/>
            <a:ext cx="2819400" cy="2133600"/>
          </a:xfrm>
          <a:prstGeom prst="cloudCallout">
            <a:avLst>
              <a:gd fmla="val -28040" name="adj1"/>
              <a:gd fmla="val 87464" name="adj2"/>
            </a:avLst>
          </a:prstGeom>
          <a:solidFill>
            <a:schemeClr val="accent1"/>
          </a:solidFill>
          <a:ln cap="flat" cmpd="sng" w="19050">
            <a:solidFill>
              <a:srgbClr val="535A7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GB" sz="1800" u="none" cap="none" strike="noStrike">
                <a:solidFill>
                  <a:schemeClr val="lt1"/>
                </a:solidFill>
                <a:latin typeface="Gill Sans"/>
                <a:ea typeface="Gill Sans"/>
                <a:cs typeface="Gill Sans"/>
                <a:sym typeface="Gill Sans"/>
              </a:rPr>
              <a:t>Let’s get on with database… ☺</a:t>
            </a:r>
            <a:endParaRPr sz="1800">
              <a:solidFill>
                <a:schemeClr val="lt1"/>
              </a:solidFill>
              <a:latin typeface="Gill Sans"/>
              <a:ea typeface="Gill Sans"/>
              <a:cs typeface="Gill Sans"/>
              <a:sym typeface="Gill Sans"/>
            </a:endParaRPr>
          </a:p>
        </p:txBody>
      </p:sp>
      <p:sp>
        <p:nvSpPr>
          <p:cNvPr id="119" name="Google Shape;119;p2"/>
          <p:cNvSpPr/>
          <p:nvPr/>
        </p:nvSpPr>
        <p:spPr>
          <a:xfrm>
            <a:off x="6172200" y="1905000"/>
            <a:ext cx="2819400" cy="2133600"/>
          </a:xfrm>
          <a:prstGeom prst="cloudCallout">
            <a:avLst>
              <a:gd fmla="val -66369" name="adj1"/>
              <a:gd fmla="val 79672" name="adj2"/>
            </a:avLst>
          </a:prstGeom>
          <a:solidFill>
            <a:schemeClr val="accent1"/>
          </a:solidFill>
          <a:ln cap="flat" cmpd="sng" w="19050">
            <a:solidFill>
              <a:srgbClr val="535A7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chemeClr val="lt1"/>
                </a:solidFill>
                <a:latin typeface="Gill Sans"/>
                <a:ea typeface="Gill Sans"/>
                <a:cs typeface="Gill Sans"/>
                <a:sym typeface="Gill Sans"/>
              </a:rPr>
              <a:t>Oh wait! We need a folder called </a:t>
            </a:r>
            <a:r>
              <a:rPr lang="en-GB" sz="1800">
                <a:solidFill>
                  <a:srgbClr val="FF0000"/>
                </a:solidFill>
                <a:latin typeface="Gill Sans"/>
                <a:ea typeface="Gill Sans"/>
                <a:cs typeface="Gill Sans"/>
                <a:sym typeface="Gill Sans"/>
              </a:rPr>
              <a:t>phpweb</a:t>
            </a:r>
            <a:r>
              <a:rPr lang="en-GB" sz="1800">
                <a:solidFill>
                  <a:schemeClr val="lt1"/>
                </a:solidFill>
                <a:latin typeface="Gill Sans"/>
                <a:ea typeface="Gill Sans"/>
                <a:cs typeface="Gill Sans"/>
                <a:sym typeface="Gill Sans"/>
              </a:rPr>
              <a:t> in the htdocs directory.</a:t>
            </a:r>
            <a:endParaRPr sz="1800">
              <a:solidFill>
                <a:schemeClr val="lt1"/>
              </a:solidFill>
              <a:latin typeface="Gill Sans"/>
              <a:ea typeface="Gill Sans"/>
              <a:cs typeface="Gill Sans"/>
              <a:sym typeface="Gill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3"/>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Databases</a:t>
            </a:r>
            <a:endParaRPr/>
          </a:p>
        </p:txBody>
      </p:sp>
      <p:sp>
        <p:nvSpPr>
          <p:cNvPr id="125" name="Google Shape;125;p3"/>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Char char="🞂"/>
            </a:pPr>
            <a:r>
              <a:rPr lang="en-GB"/>
              <a:t>Existing RDBMS libraries in PHP (located in php.ini file)</a:t>
            </a:r>
            <a:endParaRPr/>
          </a:p>
          <a:p>
            <a:pPr indent="-274320" lvl="1" marL="548640" rtl="0" algn="l">
              <a:spcBef>
                <a:spcPts val="500"/>
              </a:spcBef>
              <a:spcAft>
                <a:spcPts val="0"/>
              </a:spcAft>
              <a:buSzPts val="1748"/>
              <a:buChar char="🞂"/>
            </a:pPr>
            <a:r>
              <a:rPr lang="en-GB"/>
              <a:t>MySQL</a:t>
            </a:r>
            <a:endParaRPr/>
          </a:p>
          <a:p>
            <a:pPr indent="-274320" lvl="1" marL="548640" rtl="0" algn="l">
              <a:spcBef>
                <a:spcPts val="500"/>
              </a:spcBef>
              <a:spcAft>
                <a:spcPts val="0"/>
              </a:spcAft>
              <a:buSzPts val="1748"/>
              <a:buChar char="🞂"/>
            </a:pPr>
            <a:r>
              <a:rPr lang="en-GB"/>
              <a:t>MS SQL Server</a:t>
            </a:r>
            <a:endParaRPr/>
          </a:p>
          <a:p>
            <a:pPr indent="-274320" lvl="1" marL="548640" rtl="0" algn="l">
              <a:spcBef>
                <a:spcPts val="500"/>
              </a:spcBef>
              <a:spcAft>
                <a:spcPts val="0"/>
              </a:spcAft>
              <a:buSzPts val="1748"/>
              <a:buChar char="🞂"/>
            </a:pPr>
            <a:r>
              <a:rPr lang="en-GB"/>
              <a:t>Oracle</a:t>
            </a:r>
            <a:endParaRPr/>
          </a:p>
          <a:p>
            <a:pPr indent="-274320" lvl="1" marL="548640" rtl="0" algn="l">
              <a:spcBef>
                <a:spcPts val="500"/>
              </a:spcBef>
              <a:spcAft>
                <a:spcPts val="0"/>
              </a:spcAft>
              <a:buSzPts val="1748"/>
              <a:buChar char="🞂"/>
            </a:pPr>
            <a:r>
              <a:rPr lang="en-GB"/>
              <a:t>PostgreSQL</a:t>
            </a:r>
            <a:endParaRPr/>
          </a:p>
          <a:p>
            <a:pPr indent="-274320" lvl="1" marL="548640" rtl="0" algn="l">
              <a:spcBef>
                <a:spcPts val="500"/>
              </a:spcBef>
              <a:spcAft>
                <a:spcPts val="0"/>
              </a:spcAft>
              <a:buSzPts val="1748"/>
              <a:buChar char="🞂"/>
            </a:pPr>
            <a:r>
              <a:rPr lang="en-GB"/>
              <a:t>SQLite</a:t>
            </a:r>
            <a:endParaRPr/>
          </a:p>
          <a:p>
            <a:pPr indent="-274320" lvl="1" marL="548640" rtl="0" algn="l">
              <a:spcBef>
                <a:spcPts val="500"/>
              </a:spcBef>
              <a:spcAft>
                <a:spcPts val="0"/>
              </a:spcAft>
              <a:buSzPts val="1748"/>
              <a:buChar char="🞂"/>
            </a:pPr>
            <a:r>
              <a:rPr lang="en-GB"/>
              <a:t>Firebird</a:t>
            </a:r>
            <a:endParaRPr/>
          </a:p>
          <a:p>
            <a:pPr indent="-148844" lvl="0" marL="274320" rtl="0" algn="l">
              <a:spcBef>
                <a:spcPts val="600"/>
              </a:spcBef>
              <a:spcAft>
                <a:spcPts val="0"/>
              </a:spcAft>
              <a:buSzPts val="1976"/>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4"/>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Databases</a:t>
            </a:r>
            <a:endParaRPr/>
          </a:p>
        </p:txBody>
      </p:sp>
      <p:sp>
        <p:nvSpPr>
          <p:cNvPr id="131" name="Google Shape;131;p4"/>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Char char="🞂"/>
            </a:pPr>
            <a:r>
              <a:rPr lang="en-GB"/>
              <a:t>How about other RDBMS?</a:t>
            </a:r>
            <a:endParaRPr/>
          </a:p>
          <a:p>
            <a:pPr indent="-274320" lvl="1" marL="548640" rtl="0" algn="l">
              <a:spcBef>
                <a:spcPts val="500"/>
              </a:spcBef>
              <a:spcAft>
                <a:spcPts val="0"/>
              </a:spcAft>
              <a:buSzPts val="1748"/>
              <a:buChar char="🞂"/>
            </a:pPr>
            <a:r>
              <a:rPr lang="en-GB"/>
              <a:t>Need to Google it first and IF available for PHP, download the library file</a:t>
            </a:r>
            <a:endParaRPr/>
          </a:p>
          <a:p>
            <a:pPr indent="-274320" lvl="1" marL="548640" rtl="0" algn="l">
              <a:spcBef>
                <a:spcPts val="500"/>
              </a:spcBef>
              <a:spcAft>
                <a:spcPts val="0"/>
              </a:spcAft>
              <a:buSzPts val="1748"/>
              <a:buChar char="🞂"/>
            </a:pPr>
            <a:r>
              <a:rPr lang="en-GB"/>
              <a:t>Configure the library file inside php.ini</a:t>
            </a:r>
            <a:endParaRPr/>
          </a:p>
          <a:p>
            <a:pPr indent="-274320" lvl="1" marL="548640" rtl="0" algn="l">
              <a:spcBef>
                <a:spcPts val="500"/>
              </a:spcBef>
              <a:spcAft>
                <a:spcPts val="0"/>
              </a:spcAft>
              <a:buSzPts val="1748"/>
              <a:buChar char="🞂"/>
            </a:pPr>
            <a:r>
              <a:rPr lang="en-GB"/>
              <a:t>e.g. IBM DB2</a:t>
            </a:r>
            <a:endParaRPr/>
          </a:p>
          <a:p>
            <a:pPr indent="-148844" lvl="0" marL="274320" rtl="0" algn="l">
              <a:spcBef>
                <a:spcPts val="600"/>
              </a:spcBef>
              <a:spcAft>
                <a:spcPts val="0"/>
              </a:spcAft>
              <a:buSzPts val="1976"/>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5"/>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MySQL</a:t>
            </a:r>
            <a:endParaRPr/>
          </a:p>
        </p:txBody>
      </p:sp>
      <p:sp>
        <p:nvSpPr>
          <p:cNvPr id="137" name="Google Shape;137;p5"/>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Char char="🞂"/>
            </a:pPr>
            <a:r>
              <a:rPr lang="en-GB"/>
              <a:t>It’s a FREE RDBMS (http://www.mysql.com)</a:t>
            </a:r>
            <a:endParaRPr/>
          </a:p>
          <a:p>
            <a:pPr indent="-274320" lvl="0" marL="274320" rtl="0" algn="l">
              <a:spcBef>
                <a:spcPts val="600"/>
              </a:spcBef>
              <a:spcAft>
                <a:spcPts val="0"/>
              </a:spcAft>
              <a:buSzPts val="1976"/>
              <a:buChar char="🞂"/>
            </a:pPr>
            <a:r>
              <a:rPr lang="en-GB"/>
              <a:t>Commonly used with PHP</a:t>
            </a:r>
            <a:endParaRPr/>
          </a:p>
          <a:p>
            <a:pPr indent="-274320" lvl="0" marL="274320" rtl="0" algn="l">
              <a:spcBef>
                <a:spcPts val="600"/>
              </a:spcBef>
              <a:spcAft>
                <a:spcPts val="0"/>
              </a:spcAft>
              <a:buSzPts val="1976"/>
              <a:buChar char="🞂"/>
            </a:pPr>
            <a:r>
              <a:rPr lang="en-GB"/>
              <a:t>How to manage your database?</a:t>
            </a:r>
            <a:endParaRPr/>
          </a:p>
          <a:p>
            <a:pPr indent="-274320" lvl="0" marL="274320" rtl="0" algn="l">
              <a:spcBef>
                <a:spcPts val="600"/>
              </a:spcBef>
              <a:spcAft>
                <a:spcPts val="0"/>
              </a:spcAft>
              <a:buSzPts val="1976"/>
              <a:buChar char="🞂"/>
            </a:pPr>
            <a:r>
              <a:rPr lang="en-GB"/>
              <a:t>MySQLCommand Line Client (100% using SQL statement)</a:t>
            </a:r>
            <a:endParaRPr/>
          </a:p>
          <a:p>
            <a:pPr indent="-274320" lvl="0" marL="274320" rtl="0" algn="l">
              <a:spcBef>
                <a:spcPts val="600"/>
              </a:spcBef>
              <a:spcAft>
                <a:spcPts val="0"/>
              </a:spcAft>
              <a:buSzPts val="1976"/>
              <a:buChar char="🞂"/>
            </a:pPr>
            <a:r>
              <a:rPr lang="en-GB"/>
              <a:t>[OR]</a:t>
            </a:r>
            <a:endParaRPr/>
          </a:p>
          <a:p>
            <a:pPr indent="-274320" lvl="0" marL="274320" rtl="0" algn="l">
              <a:spcBef>
                <a:spcPts val="600"/>
              </a:spcBef>
              <a:spcAft>
                <a:spcPts val="0"/>
              </a:spcAft>
              <a:buSzPts val="1976"/>
              <a:buChar char="🞂"/>
            </a:pPr>
            <a:r>
              <a:rPr lang="en-GB"/>
              <a:t>MySQLadministration software tool (click, click &amp; click)</a:t>
            </a:r>
            <a:endParaRPr/>
          </a:p>
          <a:p>
            <a:pPr indent="-274320" lvl="1" marL="548640" rtl="0" algn="l">
              <a:spcBef>
                <a:spcPts val="500"/>
              </a:spcBef>
              <a:spcAft>
                <a:spcPts val="0"/>
              </a:spcAft>
              <a:buSzPts val="1748"/>
              <a:buChar char="🞂"/>
            </a:pPr>
            <a:r>
              <a:rPr lang="en-GB"/>
              <a:t>e.g. phpMyAdmin(OSS, Freeware &amp; Web-based)</a:t>
            </a:r>
            <a:endParaRPr/>
          </a:p>
          <a:p>
            <a:pPr indent="-274320" lvl="1" marL="548640" rtl="0" algn="l">
              <a:spcBef>
                <a:spcPts val="500"/>
              </a:spcBef>
              <a:spcAft>
                <a:spcPts val="0"/>
              </a:spcAft>
              <a:buSzPts val="1748"/>
              <a:buChar char="🞂"/>
            </a:pPr>
            <a:r>
              <a:rPr lang="en-GB"/>
              <a:t>e.g. DBToolsManager (Freeware &amp; Windows-based) –looks alike MS Access</a:t>
            </a:r>
            <a:endParaRPr/>
          </a:p>
          <a:p>
            <a:pPr indent="-148844" lvl="0" marL="274320" rtl="0" algn="l">
              <a:spcBef>
                <a:spcPts val="600"/>
              </a:spcBef>
              <a:spcAft>
                <a:spcPts val="0"/>
              </a:spcAft>
              <a:buSzPts val="1976"/>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6"/>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MySQL Lab Session</a:t>
            </a:r>
            <a:endParaRPr/>
          </a:p>
        </p:txBody>
      </p:sp>
      <p:sp>
        <p:nvSpPr>
          <p:cNvPr id="143" name="Google Shape;143;p6"/>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Char char="🞂"/>
            </a:pPr>
            <a:r>
              <a:rPr lang="en-GB"/>
              <a:t>Launch DBToolsManager</a:t>
            </a:r>
            <a:endParaRPr/>
          </a:p>
          <a:p>
            <a:pPr indent="-274320" lvl="0" marL="274320" rtl="0" algn="l">
              <a:spcBef>
                <a:spcPts val="600"/>
              </a:spcBef>
              <a:spcAft>
                <a:spcPts val="0"/>
              </a:spcAft>
              <a:buSzPts val="1976"/>
              <a:buChar char="🞂"/>
            </a:pPr>
            <a:r>
              <a:rPr lang="en-GB"/>
              <a:t>Create a new database named “phpweb”</a:t>
            </a:r>
            <a:endParaRPr/>
          </a:p>
          <a:p>
            <a:pPr indent="-274320" lvl="0" marL="274320" rtl="0" algn="l">
              <a:spcBef>
                <a:spcPts val="600"/>
              </a:spcBef>
              <a:spcAft>
                <a:spcPts val="0"/>
              </a:spcAft>
              <a:buSzPts val="1976"/>
              <a:buChar char="🞂"/>
            </a:pPr>
            <a:r>
              <a:rPr lang="en-GB"/>
              <a:t>Create fields below:</a:t>
            </a:r>
            <a:endParaRPr/>
          </a:p>
          <a:p>
            <a:pPr indent="-274320" lvl="1" marL="548640" rtl="0" algn="l">
              <a:spcBef>
                <a:spcPts val="500"/>
              </a:spcBef>
              <a:spcAft>
                <a:spcPts val="0"/>
              </a:spcAft>
              <a:buSzPts val="1748"/>
              <a:buChar char="🞂"/>
            </a:pPr>
            <a:r>
              <a:rPr lang="en-GB"/>
              <a:t>studentid: integer, autoincremental= true</a:t>
            </a:r>
            <a:endParaRPr/>
          </a:p>
          <a:p>
            <a:pPr indent="-274320" lvl="1" marL="548640" rtl="0" algn="l">
              <a:spcBef>
                <a:spcPts val="500"/>
              </a:spcBef>
              <a:spcAft>
                <a:spcPts val="0"/>
              </a:spcAft>
              <a:buSzPts val="1748"/>
              <a:buChar char="🞂"/>
            </a:pPr>
            <a:r>
              <a:rPr lang="en-GB"/>
              <a:t>studentname: varchar(255 char)</a:t>
            </a:r>
            <a:endParaRPr/>
          </a:p>
          <a:p>
            <a:pPr indent="-274320" lvl="1" marL="548640" rtl="0" algn="l">
              <a:spcBef>
                <a:spcPts val="500"/>
              </a:spcBef>
              <a:spcAft>
                <a:spcPts val="0"/>
              </a:spcAft>
              <a:buSzPts val="1748"/>
              <a:buChar char="🞂"/>
            </a:pPr>
            <a:r>
              <a:rPr lang="en-GB"/>
              <a:t>studentnumber: integer</a:t>
            </a:r>
            <a:endParaRPr/>
          </a:p>
          <a:p>
            <a:pPr indent="-274320" lvl="1" marL="548640" rtl="0" algn="l">
              <a:spcBef>
                <a:spcPts val="500"/>
              </a:spcBef>
              <a:spcAft>
                <a:spcPts val="0"/>
              </a:spcAft>
              <a:buSzPts val="1748"/>
              <a:buChar char="🞂"/>
            </a:pPr>
            <a:r>
              <a:rPr lang="en-GB"/>
              <a:t>studentusername: varchar</a:t>
            </a:r>
            <a:endParaRPr/>
          </a:p>
          <a:p>
            <a:pPr indent="-274320" lvl="1" marL="548640" rtl="0" algn="l">
              <a:spcBef>
                <a:spcPts val="500"/>
              </a:spcBef>
              <a:spcAft>
                <a:spcPts val="0"/>
              </a:spcAft>
              <a:buSzPts val="1748"/>
              <a:buChar char="🞂"/>
            </a:pPr>
            <a:r>
              <a:rPr lang="en-GB"/>
              <a:t>studentpassword: varchar</a:t>
            </a:r>
            <a:endParaRPr/>
          </a:p>
          <a:p>
            <a:pPr indent="-274320" lvl="0" marL="274320" rtl="0" algn="l">
              <a:spcBef>
                <a:spcPts val="600"/>
              </a:spcBef>
              <a:spcAft>
                <a:spcPts val="0"/>
              </a:spcAft>
              <a:buSzPts val="1976"/>
              <a:buChar char="🞂"/>
            </a:pPr>
            <a:r>
              <a:rPr lang="en-GB"/>
              <a:t>Save the table as “student”</a:t>
            </a:r>
            <a:endParaRPr/>
          </a:p>
          <a:p>
            <a:pPr indent="-148844" lvl="0" marL="274320" rtl="0" algn="l">
              <a:spcBef>
                <a:spcPts val="600"/>
              </a:spcBef>
              <a:spcAft>
                <a:spcPts val="0"/>
              </a:spcAft>
              <a:buSzPts val="1976"/>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7"/>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PHP and MySQL</a:t>
            </a:r>
            <a:endParaRPr/>
          </a:p>
        </p:txBody>
      </p:sp>
      <p:sp>
        <p:nvSpPr>
          <p:cNvPr id="149" name="Google Shape;149;p7"/>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Char char="🞂"/>
            </a:pPr>
            <a:r>
              <a:rPr lang="en-GB"/>
              <a:t>2 ways to establish database connection</a:t>
            </a:r>
            <a:endParaRPr/>
          </a:p>
          <a:p>
            <a:pPr indent="-274320" lvl="0" marL="274320" rtl="0" algn="l">
              <a:spcBef>
                <a:spcPts val="600"/>
              </a:spcBef>
              <a:spcAft>
                <a:spcPts val="0"/>
              </a:spcAft>
              <a:buSzPts val="1976"/>
              <a:buChar char="🞂"/>
            </a:pPr>
            <a:r>
              <a:rPr lang="en-GB"/>
              <a:t>mysqli_connect()</a:t>
            </a:r>
            <a:endParaRPr/>
          </a:p>
          <a:p>
            <a:pPr indent="-274320" lvl="1" marL="548640" rtl="0" algn="l">
              <a:spcBef>
                <a:spcPts val="500"/>
              </a:spcBef>
              <a:spcAft>
                <a:spcPts val="0"/>
              </a:spcAft>
              <a:buSzPts val="1748"/>
              <a:buChar char="🞂"/>
            </a:pPr>
            <a:r>
              <a:rPr lang="en-GB"/>
              <a:t>Establish a new connection each time a PHP page is called up and then close connection after completing the request using mysqli_close()</a:t>
            </a:r>
            <a:endParaRPr/>
          </a:p>
          <a:p>
            <a:pPr indent="-274320" lvl="0" marL="274320" rtl="0" algn="l">
              <a:spcBef>
                <a:spcPts val="600"/>
              </a:spcBef>
              <a:spcAft>
                <a:spcPts val="0"/>
              </a:spcAft>
              <a:buSzPts val="1976"/>
              <a:buChar char="🞂"/>
            </a:pPr>
            <a:r>
              <a:rPr lang="en-GB"/>
              <a:t>mysqli_pconnect()</a:t>
            </a:r>
            <a:endParaRPr/>
          </a:p>
          <a:p>
            <a:pPr indent="-274320" lvl="1" marL="548640" rtl="0" algn="l">
              <a:spcBef>
                <a:spcPts val="500"/>
              </a:spcBef>
              <a:spcAft>
                <a:spcPts val="0"/>
              </a:spcAft>
              <a:buSzPts val="1748"/>
              <a:buChar char="🞂"/>
            </a:pPr>
            <a:r>
              <a:rPr lang="en-GB"/>
              <a:t>Persistent connection BUT it won’t close after completing the request</a:t>
            </a:r>
            <a:endParaRPr/>
          </a:p>
          <a:p>
            <a:pPr indent="-274320" lvl="1" marL="548640" rtl="0" algn="l">
              <a:spcBef>
                <a:spcPts val="500"/>
              </a:spcBef>
              <a:spcAft>
                <a:spcPts val="0"/>
              </a:spcAft>
              <a:buSzPts val="1748"/>
              <a:buChar char="🞂"/>
            </a:pPr>
            <a:r>
              <a:rPr lang="en-GB"/>
              <a:t>Suitable for pages that do have a heavy usage</a:t>
            </a:r>
            <a:endParaRPr/>
          </a:p>
          <a:p>
            <a:pPr indent="-274320" lvl="1" marL="548640" rtl="0" algn="l">
              <a:spcBef>
                <a:spcPts val="500"/>
              </a:spcBef>
              <a:spcAft>
                <a:spcPts val="0"/>
              </a:spcAft>
              <a:buSzPts val="1748"/>
              <a:buChar char="🞂"/>
            </a:pPr>
            <a:r>
              <a:rPr lang="en-GB"/>
              <a:t>Need to set up number of concurrent users</a:t>
            </a:r>
            <a:endParaRPr/>
          </a:p>
          <a:p>
            <a:pPr indent="-148844" lvl="0" marL="274320" rtl="0" algn="l">
              <a:spcBef>
                <a:spcPts val="600"/>
              </a:spcBef>
              <a:spcAft>
                <a:spcPts val="0"/>
              </a:spcAft>
              <a:buSzPts val="1976"/>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8"/>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PHP and MySQL Lab Session</a:t>
            </a:r>
            <a:endParaRPr/>
          </a:p>
        </p:txBody>
      </p:sp>
      <p:pic>
        <p:nvPicPr>
          <p:cNvPr id="155" name="Google Shape;155;p8"/>
          <p:cNvPicPr preferRelativeResize="0"/>
          <p:nvPr>
            <p:ph idx="1" type="body"/>
          </p:nvPr>
        </p:nvPicPr>
        <p:blipFill rotWithShape="1">
          <a:blip r:embed="rId3">
            <a:alphaModFix/>
          </a:blip>
          <a:srcRect b="0" l="0" r="0" t="0"/>
          <a:stretch/>
        </p:blipFill>
        <p:spPr>
          <a:xfrm>
            <a:off x="3429000" y="3276600"/>
            <a:ext cx="2567282" cy="2764320"/>
          </a:xfrm>
          <a:prstGeom prst="rect">
            <a:avLst/>
          </a:prstGeom>
          <a:noFill/>
          <a:ln>
            <a:noFill/>
          </a:ln>
        </p:spPr>
      </p:pic>
      <p:sp>
        <p:nvSpPr>
          <p:cNvPr id="156" name="Google Shape;156;p8"/>
          <p:cNvSpPr/>
          <p:nvPr/>
        </p:nvSpPr>
        <p:spPr>
          <a:xfrm>
            <a:off x="3048000" y="1219200"/>
            <a:ext cx="2819400" cy="1828800"/>
          </a:xfrm>
          <a:prstGeom prst="wedgeEllipseCallout">
            <a:avLst>
              <a:gd fmla="val 5079" name="adj1"/>
              <a:gd fmla="val 64984" name="adj2"/>
            </a:avLst>
          </a:prstGeom>
          <a:solidFill>
            <a:schemeClr val="accent1"/>
          </a:solidFill>
          <a:ln cap="flat" cmpd="sng" w="19050">
            <a:solidFill>
              <a:srgbClr val="535A7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rgbClr val="FFFF00"/>
                </a:solidFill>
                <a:latin typeface="Gill Sans"/>
                <a:ea typeface="Gill Sans"/>
                <a:cs typeface="Gill Sans"/>
                <a:sym typeface="Gill Sans"/>
              </a:rPr>
              <a:t>phpweb</a:t>
            </a:r>
            <a:r>
              <a:rPr lang="en-GB" sz="1800">
                <a:solidFill>
                  <a:schemeClr val="lt1"/>
                </a:solidFill>
                <a:latin typeface="Gill Sans"/>
                <a:ea typeface="Gill Sans"/>
                <a:cs typeface="Gill Sans"/>
                <a:sym typeface="Gill Sans"/>
              </a:rPr>
              <a:t> folder is your root folder. Place all your php files, images, etc in this folder.</a:t>
            </a:r>
            <a:endParaRPr sz="1800">
              <a:solidFill>
                <a:schemeClr val="lt1"/>
              </a:solidFill>
              <a:latin typeface="Gill Sans"/>
              <a:ea typeface="Gill Sans"/>
              <a:cs typeface="Gill Sans"/>
              <a:sym typeface="Gill Sans"/>
            </a:endParaRPr>
          </a:p>
        </p:txBody>
      </p:sp>
      <p:sp>
        <p:nvSpPr>
          <p:cNvPr id="157" name="Google Shape;157;p8"/>
          <p:cNvSpPr/>
          <p:nvPr/>
        </p:nvSpPr>
        <p:spPr>
          <a:xfrm>
            <a:off x="685800" y="2667000"/>
            <a:ext cx="2819400" cy="2133600"/>
          </a:xfrm>
          <a:prstGeom prst="wedgeEllipseCallout">
            <a:avLst>
              <a:gd fmla="val 58150" name="adj1"/>
              <a:gd fmla="val 68880" name="adj2"/>
            </a:avLst>
          </a:prstGeom>
          <a:solidFill>
            <a:schemeClr val="accent1"/>
          </a:solidFill>
          <a:ln cap="flat" cmpd="sng" w="19050">
            <a:solidFill>
              <a:srgbClr val="535A7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chemeClr val="lt1"/>
                </a:solidFill>
                <a:latin typeface="Gill Sans"/>
                <a:ea typeface="Gill Sans"/>
                <a:cs typeface="Gill Sans"/>
                <a:sym typeface="Gill Sans"/>
              </a:rPr>
              <a:t>Now I create a folder in htdocs. Rename the folder to </a:t>
            </a:r>
            <a:r>
              <a:rPr lang="en-GB" sz="1800">
                <a:solidFill>
                  <a:srgbClr val="FFFF00"/>
                </a:solidFill>
                <a:latin typeface="Gill Sans"/>
                <a:ea typeface="Gill Sans"/>
                <a:cs typeface="Gill Sans"/>
                <a:sym typeface="Gill Sans"/>
              </a:rPr>
              <a:t>phpweb</a:t>
            </a:r>
            <a:r>
              <a:rPr lang="en-GB" sz="1800">
                <a:solidFill>
                  <a:schemeClr val="lt1"/>
                </a:solidFill>
                <a:latin typeface="Gill Sans"/>
                <a:ea typeface="Gill Sans"/>
                <a:cs typeface="Gill Sans"/>
                <a:sym typeface="Gill Sans"/>
              </a:rPr>
              <a:t>.</a:t>
            </a:r>
            <a:endParaRPr sz="1800">
              <a:solidFill>
                <a:schemeClr val="lt1"/>
              </a:solidFill>
              <a:latin typeface="Gill Sans"/>
              <a:ea typeface="Gill Sans"/>
              <a:cs typeface="Gill Sans"/>
              <a:sym typeface="Gill Sans"/>
            </a:endParaRPr>
          </a:p>
        </p:txBody>
      </p:sp>
      <p:sp>
        <p:nvSpPr>
          <p:cNvPr id="158" name="Google Shape;158;p8"/>
          <p:cNvSpPr/>
          <p:nvPr/>
        </p:nvSpPr>
        <p:spPr>
          <a:xfrm>
            <a:off x="6019800" y="1905000"/>
            <a:ext cx="2590800" cy="2133600"/>
          </a:xfrm>
          <a:prstGeom prst="wedgeEllipseCallout">
            <a:avLst>
              <a:gd fmla="val -45699" name="adj1"/>
              <a:gd fmla="val 70179" name="adj2"/>
            </a:avLst>
          </a:prstGeom>
          <a:solidFill>
            <a:schemeClr val="accent1"/>
          </a:solidFill>
          <a:ln cap="flat" cmpd="sng" w="19050">
            <a:solidFill>
              <a:srgbClr val="535A7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chemeClr val="lt1"/>
                </a:solidFill>
                <a:latin typeface="Gill Sans"/>
                <a:ea typeface="Gill Sans"/>
                <a:cs typeface="Gill Sans"/>
                <a:sym typeface="Gill Sans"/>
              </a:rPr>
              <a:t>Use notepad or dreamweaver to write php codes.</a:t>
            </a:r>
            <a:endParaRPr sz="1800">
              <a:solidFill>
                <a:schemeClr val="lt1"/>
              </a:solidFill>
              <a:latin typeface="Gill Sans"/>
              <a:ea typeface="Gill Sans"/>
              <a:cs typeface="Gill Sans"/>
              <a:sym typeface="Gill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9"/>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PHP and MySQL Lab Session A [1/2]</a:t>
            </a:r>
            <a:endParaRPr/>
          </a:p>
        </p:txBody>
      </p:sp>
      <p:sp>
        <p:nvSpPr>
          <p:cNvPr id="164" name="Google Shape;164;p9"/>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72"/>
              <a:buNone/>
            </a:pPr>
            <a:r>
              <a:rPr lang="en-GB" sz="2200"/>
              <a:t>&lt;?php</a:t>
            </a:r>
            <a:endParaRPr sz="2200"/>
          </a:p>
          <a:p>
            <a:pPr indent="0" lvl="0" marL="0" rtl="0" algn="l">
              <a:spcBef>
                <a:spcPts val="600"/>
              </a:spcBef>
              <a:spcAft>
                <a:spcPts val="0"/>
              </a:spcAft>
              <a:buSzPts val="1672"/>
              <a:buNone/>
            </a:pPr>
            <a:r>
              <a:rPr lang="en-GB" sz="2200"/>
              <a:t>/* php&amp; mysqldb connection file */</a:t>
            </a:r>
            <a:endParaRPr/>
          </a:p>
          <a:p>
            <a:pPr indent="0" lvl="0" marL="0" rtl="0" algn="l">
              <a:spcBef>
                <a:spcPts val="600"/>
              </a:spcBef>
              <a:spcAft>
                <a:spcPts val="0"/>
              </a:spcAft>
              <a:buSzPts val="1672"/>
              <a:buNone/>
            </a:pPr>
            <a:r>
              <a:rPr lang="en-GB" sz="2200"/>
              <a:t>$user = "admin"; //mysqlusername</a:t>
            </a:r>
            <a:endParaRPr sz="2200"/>
          </a:p>
          <a:p>
            <a:pPr indent="0" lvl="0" marL="0" rtl="0" algn="l">
              <a:spcBef>
                <a:spcPts val="600"/>
              </a:spcBef>
              <a:spcAft>
                <a:spcPts val="0"/>
              </a:spcAft>
              <a:buSzPts val="1672"/>
              <a:buNone/>
            </a:pPr>
            <a:r>
              <a:rPr lang="en-GB" sz="2200"/>
              <a:t>$pass = "admin"; //mysqlpassword</a:t>
            </a:r>
            <a:endParaRPr sz="2200"/>
          </a:p>
          <a:p>
            <a:pPr indent="0" lvl="0" marL="0" rtl="0" algn="l">
              <a:spcBef>
                <a:spcPts val="600"/>
              </a:spcBef>
              <a:spcAft>
                <a:spcPts val="0"/>
              </a:spcAft>
              <a:buSzPts val="1672"/>
              <a:buNone/>
            </a:pPr>
            <a:r>
              <a:rPr lang="en-GB" sz="2200"/>
              <a:t>$host = "localhost"; //server name or ipaddress</a:t>
            </a:r>
            <a:endParaRPr sz="2200"/>
          </a:p>
          <a:p>
            <a:pPr indent="0" lvl="0" marL="0" rtl="0" algn="l">
              <a:spcBef>
                <a:spcPts val="600"/>
              </a:spcBef>
              <a:spcAft>
                <a:spcPts val="0"/>
              </a:spcAft>
              <a:buSzPts val="1672"/>
              <a:buNone/>
            </a:pPr>
            <a:r>
              <a:rPr lang="en-GB" sz="2200"/>
              <a:t>$dbname= "phpweb"; //your db name</a:t>
            </a:r>
            <a:endParaRPr/>
          </a:p>
          <a:p>
            <a:pPr indent="0" lvl="0" marL="0" rtl="0" algn="l">
              <a:spcBef>
                <a:spcPts val="600"/>
              </a:spcBef>
              <a:spcAft>
                <a:spcPts val="0"/>
              </a:spcAft>
              <a:buSzPts val="1672"/>
              <a:buNone/>
            </a:pPr>
            <a:r>
              <a:t/>
            </a:r>
            <a:endParaRPr sz="2200"/>
          </a:p>
          <a:p>
            <a:pPr indent="0" lvl="0" marL="0" rtl="0" algn="l">
              <a:spcBef>
                <a:spcPts val="600"/>
              </a:spcBef>
              <a:spcAft>
                <a:spcPts val="0"/>
              </a:spcAft>
              <a:buSzPts val="1672"/>
              <a:buNone/>
            </a:pPr>
            <a:r>
              <a:rPr lang="en-GB" sz="2200"/>
              <a:t>//continue next slide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0"/>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PHP and MySQL Lab Session A [2/2]</a:t>
            </a:r>
            <a:endParaRPr/>
          </a:p>
        </p:txBody>
      </p:sp>
      <p:sp>
        <p:nvSpPr>
          <p:cNvPr id="170" name="Google Shape;170;p10"/>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72"/>
              <a:buNone/>
            </a:pPr>
            <a:r>
              <a:rPr lang="en-GB" sz="2200"/>
              <a:t>// continue from previous slide</a:t>
            </a:r>
            <a:endParaRPr/>
          </a:p>
          <a:p>
            <a:pPr indent="0" lvl="0" marL="0" rtl="0" algn="l">
              <a:spcBef>
                <a:spcPts val="600"/>
              </a:spcBef>
              <a:spcAft>
                <a:spcPts val="0"/>
              </a:spcAft>
              <a:buSzPts val="1672"/>
              <a:buNone/>
            </a:pPr>
            <a:r>
              <a:t/>
            </a:r>
            <a:endParaRPr sz="2200"/>
          </a:p>
          <a:p>
            <a:pPr indent="0" lvl="0" marL="0" rtl="0" algn="l">
              <a:spcBef>
                <a:spcPts val="600"/>
              </a:spcBef>
              <a:spcAft>
                <a:spcPts val="0"/>
              </a:spcAft>
              <a:buSzPts val="1672"/>
              <a:buNone/>
            </a:pPr>
            <a:r>
              <a:rPr lang="en-GB" sz="2200"/>
              <a:t>$dbconn= mysqli_connect($host, $user, $pass);</a:t>
            </a:r>
            <a:endParaRPr/>
          </a:p>
          <a:p>
            <a:pPr indent="0" lvl="0" marL="0" rtl="0" algn="l">
              <a:spcBef>
                <a:spcPts val="600"/>
              </a:spcBef>
              <a:spcAft>
                <a:spcPts val="0"/>
              </a:spcAft>
              <a:buSzPts val="1672"/>
              <a:buNone/>
            </a:pPr>
            <a:r>
              <a:rPr lang="en-GB" sz="2200"/>
              <a:t>if(isset($dbconn)){</a:t>
            </a:r>
            <a:endParaRPr/>
          </a:p>
          <a:p>
            <a:pPr indent="0" lvl="0" marL="0" rtl="0" algn="l">
              <a:spcBef>
                <a:spcPts val="600"/>
              </a:spcBef>
              <a:spcAft>
                <a:spcPts val="0"/>
              </a:spcAft>
              <a:buSzPts val="1672"/>
              <a:buNone/>
            </a:pPr>
            <a:r>
              <a:rPr lang="en-GB" sz="2200"/>
              <a:t>mysqli_select_db($dbname, $dbconn) or die("&lt;center&gt;Error: " . mysql_error($dbconn) . "&lt;/center&gt;");</a:t>
            </a:r>
            <a:endParaRPr/>
          </a:p>
          <a:p>
            <a:pPr indent="0" lvl="0" marL="0" rtl="0" algn="l">
              <a:spcBef>
                <a:spcPts val="600"/>
              </a:spcBef>
              <a:spcAft>
                <a:spcPts val="0"/>
              </a:spcAft>
              <a:buSzPts val="1672"/>
              <a:buNone/>
            </a:pPr>
            <a:r>
              <a:rPr lang="en-GB" sz="2200"/>
              <a:t>}</a:t>
            </a:r>
            <a:endParaRPr/>
          </a:p>
          <a:p>
            <a:pPr indent="0" lvl="0" marL="0" rtl="0" algn="l">
              <a:spcBef>
                <a:spcPts val="600"/>
              </a:spcBef>
              <a:spcAft>
                <a:spcPts val="0"/>
              </a:spcAft>
              <a:buSzPts val="1672"/>
              <a:buNone/>
            </a:pPr>
            <a:r>
              <a:rPr lang="en-GB" sz="2200"/>
              <a:t>else{</a:t>
            </a:r>
            <a:endParaRPr/>
          </a:p>
          <a:p>
            <a:pPr indent="0" lvl="0" marL="0" rtl="0" algn="l">
              <a:spcBef>
                <a:spcPts val="600"/>
              </a:spcBef>
              <a:spcAft>
                <a:spcPts val="0"/>
              </a:spcAft>
              <a:buSzPts val="1672"/>
              <a:buNone/>
            </a:pPr>
            <a:r>
              <a:rPr lang="en-GB" sz="2200"/>
              <a:t>echo "&lt;center&gt;Error: Could not connect to the database.&lt;/center&gt;";</a:t>
            </a:r>
            <a:endParaRPr/>
          </a:p>
          <a:p>
            <a:pPr indent="0" lvl="0" marL="0" rtl="0" algn="l">
              <a:spcBef>
                <a:spcPts val="600"/>
              </a:spcBef>
              <a:spcAft>
                <a:spcPts val="0"/>
              </a:spcAft>
              <a:buSzPts val="1672"/>
              <a:buNone/>
            </a:pPr>
            <a:r>
              <a:rPr lang="en-GB" sz="2200"/>
              <a:t>}</a:t>
            </a:r>
            <a:endParaRPr/>
          </a:p>
          <a:p>
            <a:pPr indent="0" lvl="0" marL="0" rtl="0" algn="l">
              <a:spcBef>
                <a:spcPts val="600"/>
              </a:spcBef>
              <a:spcAft>
                <a:spcPts val="0"/>
              </a:spcAft>
              <a:buSzPts val="1672"/>
              <a:buNone/>
            </a:pPr>
            <a:r>
              <a:rPr lang="en-GB" sz="2200"/>
              <a:t>?&gt;</a:t>
            </a:r>
            <a:endParaRPr/>
          </a:p>
        </p:txBody>
      </p:sp>
      <p:pic>
        <p:nvPicPr>
          <p:cNvPr id="171" name="Google Shape;171;p10"/>
          <p:cNvPicPr preferRelativeResize="0"/>
          <p:nvPr/>
        </p:nvPicPr>
        <p:blipFill rotWithShape="1">
          <a:blip r:embed="rId3">
            <a:alphaModFix/>
          </a:blip>
          <a:srcRect b="0" l="0" r="0" t="0"/>
          <a:stretch/>
        </p:blipFill>
        <p:spPr>
          <a:xfrm>
            <a:off x="7010400" y="3276600"/>
            <a:ext cx="1805282" cy="1943837"/>
          </a:xfrm>
          <a:prstGeom prst="rect">
            <a:avLst/>
          </a:prstGeom>
          <a:noFill/>
          <a:ln>
            <a:noFill/>
          </a:ln>
        </p:spPr>
      </p:pic>
      <p:sp>
        <p:nvSpPr>
          <p:cNvPr id="172" name="Google Shape;172;p10"/>
          <p:cNvSpPr/>
          <p:nvPr/>
        </p:nvSpPr>
        <p:spPr>
          <a:xfrm>
            <a:off x="6324600" y="1219200"/>
            <a:ext cx="2491082" cy="1676400"/>
          </a:xfrm>
          <a:prstGeom prst="wedgeEllipseCallout">
            <a:avLst>
              <a:gd fmla="val 17319" name="adj1"/>
              <a:gd fmla="val 67459" name="adj2"/>
            </a:avLst>
          </a:prstGeom>
          <a:solidFill>
            <a:schemeClr val="accent1"/>
          </a:solidFill>
          <a:ln cap="flat" cmpd="sng" w="19050">
            <a:solidFill>
              <a:srgbClr val="535A7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chemeClr val="lt1"/>
                </a:solidFill>
                <a:latin typeface="Gill Sans"/>
                <a:ea typeface="Gill Sans"/>
                <a:cs typeface="Gill Sans"/>
                <a:sym typeface="Gill Sans"/>
              </a:rPr>
              <a:t>Save as </a:t>
            </a:r>
            <a:r>
              <a:rPr b="1" lang="en-GB" sz="1800">
                <a:solidFill>
                  <a:srgbClr val="FFFF00"/>
                </a:solidFill>
                <a:latin typeface="Gill Sans"/>
                <a:ea typeface="Gill Sans"/>
                <a:cs typeface="Gill Sans"/>
                <a:sym typeface="Gill Sans"/>
              </a:rPr>
              <a:t>dbconn.php</a:t>
            </a:r>
            <a:r>
              <a:rPr b="1" lang="en-GB" sz="1800">
                <a:solidFill>
                  <a:schemeClr val="lt1"/>
                </a:solidFill>
                <a:latin typeface="Gill Sans"/>
                <a:ea typeface="Gill Sans"/>
                <a:cs typeface="Gill Sans"/>
                <a:sym typeface="Gill Sans"/>
              </a:rPr>
              <a:t> </a:t>
            </a:r>
            <a:r>
              <a:rPr lang="en-GB" sz="1800">
                <a:solidFill>
                  <a:schemeClr val="lt1"/>
                </a:solidFill>
                <a:latin typeface="Gill Sans"/>
                <a:ea typeface="Gill Sans"/>
                <a:cs typeface="Gill Sans"/>
                <a:sym typeface="Gill Sans"/>
              </a:rPr>
              <a:t>inside htdocs/phpweb/</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1"/>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PHP &amp; MySQLLab Session B [1/1]</a:t>
            </a:r>
            <a:endParaRPr/>
          </a:p>
        </p:txBody>
      </p:sp>
      <p:sp>
        <p:nvSpPr>
          <p:cNvPr id="178" name="Google Shape;178;p11"/>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72"/>
              <a:buNone/>
            </a:pPr>
            <a:r>
              <a:rPr lang="en-GB" sz="2200"/>
              <a:t>&lt;html&gt;</a:t>
            </a:r>
            <a:endParaRPr/>
          </a:p>
          <a:p>
            <a:pPr indent="0" lvl="0" marL="0" rtl="0" algn="l">
              <a:spcBef>
                <a:spcPts val="600"/>
              </a:spcBef>
              <a:spcAft>
                <a:spcPts val="0"/>
              </a:spcAft>
              <a:buSzPts val="1672"/>
              <a:buNone/>
            </a:pPr>
            <a:r>
              <a:rPr lang="en-GB" sz="2200"/>
              <a:t>&lt;body&gt;</a:t>
            </a:r>
            <a:endParaRPr/>
          </a:p>
          <a:p>
            <a:pPr indent="0" lvl="0" marL="0" rtl="0" algn="l">
              <a:spcBef>
                <a:spcPts val="600"/>
              </a:spcBef>
              <a:spcAft>
                <a:spcPts val="0"/>
              </a:spcAft>
              <a:buSzPts val="1672"/>
              <a:buNone/>
            </a:pPr>
            <a:r>
              <a:rPr lang="en-GB" sz="2200"/>
              <a:t>&lt;form name="form" method="post" action="register0.php"&gt;</a:t>
            </a:r>
            <a:endParaRPr/>
          </a:p>
          <a:p>
            <a:pPr indent="0" lvl="0" marL="0" rtl="0" algn="l">
              <a:spcBef>
                <a:spcPts val="600"/>
              </a:spcBef>
              <a:spcAft>
                <a:spcPts val="0"/>
              </a:spcAft>
              <a:buSzPts val="1672"/>
              <a:buNone/>
            </a:pPr>
            <a:r>
              <a:rPr lang="en-GB" sz="2200"/>
              <a:t>Name: &lt;input type="text" name="name"&gt;&lt;br&gt;</a:t>
            </a:r>
            <a:endParaRPr/>
          </a:p>
          <a:p>
            <a:pPr indent="0" lvl="0" marL="0" rtl="0" algn="l">
              <a:spcBef>
                <a:spcPts val="600"/>
              </a:spcBef>
              <a:spcAft>
                <a:spcPts val="0"/>
              </a:spcAft>
              <a:buSzPts val="1672"/>
              <a:buNone/>
            </a:pPr>
            <a:r>
              <a:rPr lang="en-GB" sz="2200"/>
              <a:t>Number: &lt;input type="text" name="number"&gt;&lt;br&gt;</a:t>
            </a:r>
            <a:endParaRPr/>
          </a:p>
          <a:p>
            <a:pPr indent="0" lvl="0" marL="0" rtl="0" algn="l">
              <a:spcBef>
                <a:spcPts val="600"/>
              </a:spcBef>
              <a:spcAft>
                <a:spcPts val="0"/>
              </a:spcAft>
              <a:buSzPts val="1672"/>
              <a:buNone/>
            </a:pPr>
            <a:r>
              <a:rPr lang="en-GB" sz="2200"/>
              <a:t>Username: &lt;input type="text" name="username"&gt;&lt;br&gt;</a:t>
            </a:r>
            <a:endParaRPr/>
          </a:p>
          <a:p>
            <a:pPr indent="0" lvl="0" marL="0" rtl="0" algn="l">
              <a:spcBef>
                <a:spcPts val="600"/>
              </a:spcBef>
              <a:spcAft>
                <a:spcPts val="0"/>
              </a:spcAft>
              <a:buSzPts val="1672"/>
              <a:buNone/>
            </a:pPr>
            <a:r>
              <a:rPr lang="en-GB" sz="2200"/>
              <a:t>Password: &lt;input type="password" name="password"&gt;&lt;br&gt;</a:t>
            </a:r>
            <a:endParaRPr/>
          </a:p>
          <a:p>
            <a:pPr indent="0" lvl="0" marL="0" rtl="0" algn="l">
              <a:spcBef>
                <a:spcPts val="600"/>
              </a:spcBef>
              <a:spcAft>
                <a:spcPts val="0"/>
              </a:spcAft>
              <a:buSzPts val="1672"/>
              <a:buNone/>
            </a:pPr>
            <a:r>
              <a:rPr lang="en-GB" sz="2200"/>
              <a:t>&lt;input type="submit" name="submit" value="submit"&gt;</a:t>
            </a:r>
            <a:endParaRPr/>
          </a:p>
          <a:p>
            <a:pPr indent="0" lvl="0" marL="0" rtl="0" algn="l">
              <a:spcBef>
                <a:spcPts val="600"/>
              </a:spcBef>
              <a:spcAft>
                <a:spcPts val="0"/>
              </a:spcAft>
              <a:buSzPts val="1672"/>
              <a:buNone/>
            </a:pPr>
            <a:r>
              <a:rPr lang="en-GB" sz="2200"/>
              <a:t>&lt;/form&gt;</a:t>
            </a:r>
            <a:endParaRPr/>
          </a:p>
          <a:p>
            <a:pPr indent="0" lvl="0" marL="0" rtl="0" algn="l">
              <a:spcBef>
                <a:spcPts val="600"/>
              </a:spcBef>
              <a:spcAft>
                <a:spcPts val="0"/>
              </a:spcAft>
              <a:buSzPts val="1672"/>
              <a:buNone/>
            </a:pPr>
            <a:r>
              <a:rPr lang="en-GB" sz="2200"/>
              <a:t>&lt;/body&gt;</a:t>
            </a:r>
            <a:endParaRPr/>
          </a:p>
          <a:p>
            <a:pPr indent="0" lvl="0" marL="0" rtl="0" algn="l">
              <a:spcBef>
                <a:spcPts val="600"/>
              </a:spcBef>
              <a:spcAft>
                <a:spcPts val="0"/>
              </a:spcAft>
              <a:buSzPts val="1672"/>
              <a:buNone/>
            </a:pPr>
            <a:r>
              <a:rPr lang="en-GB" sz="2200"/>
              <a:t>&lt;/html&gt;</a:t>
            </a:r>
            <a:endParaRPr/>
          </a:p>
        </p:txBody>
      </p:sp>
      <p:pic>
        <p:nvPicPr>
          <p:cNvPr id="179" name="Google Shape;179;p11"/>
          <p:cNvPicPr preferRelativeResize="0"/>
          <p:nvPr/>
        </p:nvPicPr>
        <p:blipFill rotWithShape="1">
          <a:blip r:embed="rId3">
            <a:alphaModFix/>
          </a:blip>
          <a:srcRect b="0" l="0" r="0" t="0"/>
          <a:stretch/>
        </p:blipFill>
        <p:spPr>
          <a:xfrm>
            <a:off x="6934200" y="4754440"/>
            <a:ext cx="1652587" cy="1779422"/>
          </a:xfrm>
          <a:prstGeom prst="rect">
            <a:avLst/>
          </a:prstGeom>
          <a:noFill/>
          <a:ln>
            <a:noFill/>
          </a:ln>
        </p:spPr>
      </p:pic>
      <p:sp>
        <p:nvSpPr>
          <p:cNvPr id="180" name="Google Shape;180;p11"/>
          <p:cNvSpPr/>
          <p:nvPr/>
        </p:nvSpPr>
        <p:spPr>
          <a:xfrm>
            <a:off x="4572000" y="4572000"/>
            <a:ext cx="2286000" cy="1752600"/>
          </a:xfrm>
          <a:prstGeom prst="wedgeEllipseCallout">
            <a:avLst>
              <a:gd fmla="val 63611" name="adj1"/>
              <a:gd fmla="val -1268" name="adj2"/>
            </a:avLst>
          </a:prstGeom>
          <a:solidFill>
            <a:schemeClr val="accent1"/>
          </a:solidFill>
          <a:ln cap="flat" cmpd="sng" w="19050">
            <a:solidFill>
              <a:srgbClr val="535A7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chemeClr val="lt1"/>
                </a:solidFill>
                <a:latin typeface="Gill Sans"/>
                <a:ea typeface="Gill Sans"/>
                <a:cs typeface="Gill Sans"/>
                <a:sym typeface="Gill Sans"/>
              </a:rPr>
              <a:t>Save as </a:t>
            </a:r>
            <a:r>
              <a:rPr b="1" lang="en-GB" sz="1800">
                <a:solidFill>
                  <a:srgbClr val="FFFF00"/>
                </a:solidFill>
                <a:latin typeface="Gill Sans"/>
                <a:ea typeface="Gill Sans"/>
                <a:cs typeface="Gill Sans"/>
                <a:sym typeface="Gill Sans"/>
              </a:rPr>
              <a:t>register.php</a:t>
            </a:r>
            <a:r>
              <a:rPr b="1" lang="en-GB" sz="1800">
                <a:solidFill>
                  <a:schemeClr val="lt1"/>
                </a:solidFill>
                <a:latin typeface="Gill Sans"/>
                <a:ea typeface="Gill Sans"/>
                <a:cs typeface="Gill Sans"/>
                <a:sym typeface="Gill Sans"/>
              </a:rPr>
              <a:t> </a:t>
            </a:r>
            <a:r>
              <a:rPr lang="en-GB" sz="1800">
                <a:solidFill>
                  <a:schemeClr val="lt1"/>
                </a:solidFill>
                <a:latin typeface="Gill Sans"/>
                <a:ea typeface="Gill Sans"/>
                <a:cs typeface="Gill Sans"/>
                <a:sym typeface="Gill Sans"/>
              </a:rPr>
              <a:t>inside </a:t>
            </a:r>
            <a:r>
              <a:rPr lang="en-GB" sz="1800">
                <a:solidFill>
                  <a:srgbClr val="FFFF00"/>
                </a:solidFill>
                <a:latin typeface="Gill Sans"/>
                <a:ea typeface="Gill Sans"/>
                <a:cs typeface="Gill Sans"/>
                <a:sym typeface="Gill Sans"/>
              </a:rPr>
              <a:t>phpweb</a:t>
            </a:r>
            <a:r>
              <a:rPr lang="en-GB" sz="1800">
                <a:solidFill>
                  <a:schemeClr val="lt1"/>
                </a:solidFill>
                <a:latin typeface="Gill Sans"/>
                <a:ea typeface="Gill Sans"/>
                <a:cs typeface="Gill Sans"/>
                <a:sym typeface="Gill Sans"/>
              </a:rPr>
              <a:t> folder</a:t>
            </a:r>
            <a:endParaRPr sz="1800">
              <a:solidFill>
                <a:schemeClr val="lt1"/>
              </a:solidFill>
              <a:latin typeface="Gill Sans"/>
              <a:ea typeface="Gill Sans"/>
              <a:cs typeface="Gill Sans"/>
              <a:sym typeface="Gill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2"/>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PHP &amp; MySQLLab Session C [1/4]</a:t>
            </a:r>
            <a:endParaRPr/>
          </a:p>
        </p:txBody>
      </p:sp>
      <p:sp>
        <p:nvSpPr>
          <p:cNvPr id="186" name="Google Shape;186;p12"/>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72"/>
              <a:buNone/>
            </a:pPr>
            <a:r>
              <a:rPr lang="en-GB" sz="2200"/>
              <a:t>&lt;?php</a:t>
            </a:r>
            <a:endParaRPr sz="2200"/>
          </a:p>
          <a:p>
            <a:pPr indent="0" lvl="0" marL="0" rtl="0" algn="l">
              <a:spcBef>
                <a:spcPts val="600"/>
              </a:spcBef>
              <a:spcAft>
                <a:spcPts val="0"/>
              </a:spcAft>
              <a:buSzPts val="1672"/>
              <a:buNone/>
            </a:pPr>
            <a:r>
              <a:rPr lang="en-GB" sz="2200"/>
              <a:t>/* include db connection file */</a:t>
            </a:r>
            <a:endParaRPr/>
          </a:p>
          <a:p>
            <a:pPr indent="0" lvl="0" marL="0" rtl="0" algn="l">
              <a:spcBef>
                <a:spcPts val="600"/>
              </a:spcBef>
              <a:spcAft>
                <a:spcPts val="0"/>
              </a:spcAft>
              <a:buSzPts val="1672"/>
              <a:buNone/>
            </a:pPr>
            <a:r>
              <a:rPr lang="en-GB" sz="2200"/>
              <a:t>include("dbconn.php");</a:t>
            </a:r>
            <a:endParaRPr/>
          </a:p>
          <a:p>
            <a:pPr indent="0" lvl="0" marL="0" rtl="0" algn="l">
              <a:spcBef>
                <a:spcPts val="600"/>
              </a:spcBef>
              <a:spcAft>
                <a:spcPts val="0"/>
              </a:spcAft>
              <a:buSzPts val="1672"/>
              <a:buNone/>
            </a:pPr>
            <a:r>
              <a:rPr lang="en-GB" sz="2200"/>
              <a:t>if(isset($_POST['submit'])){</a:t>
            </a:r>
            <a:endParaRPr/>
          </a:p>
          <a:p>
            <a:pPr indent="0" lvl="0" marL="0" rtl="0" algn="l">
              <a:spcBef>
                <a:spcPts val="600"/>
              </a:spcBef>
              <a:spcAft>
                <a:spcPts val="0"/>
              </a:spcAft>
              <a:buSzPts val="1672"/>
              <a:buNone/>
            </a:pPr>
            <a:r>
              <a:rPr lang="en-GB" sz="2200"/>
              <a:t>	/* capture values from HTML form */</a:t>
            </a:r>
            <a:endParaRPr/>
          </a:p>
          <a:p>
            <a:pPr indent="0" lvl="0" marL="0" rtl="0" algn="l">
              <a:spcBef>
                <a:spcPts val="600"/>
              </a:spcBef>
              <a:spcAft>
                <a:spcPts val="0"/>
              </a:spcAft>
              <a:buSzPts val="1672"/>
              <a:buNone/>
            </a:pPr>
            <a:r>
              <a:rPr lang="en-GB" sz="2200"/>
              <a:t>	$name = $_POST['name'];</a:t>
            </a:r>
            <a:endParaRPr/>
          </a:p>
          <a:p>
            <a:pPr indent="0" lvl="0" marL="0" rtl="0" algn="l">
              <a:spcBef>
                <a:spcPts val="600"/>
              </a:spcBef>
              <a:spcAft>
                <a:spcPts val="0"/>
              </a:spcAft>
              <a:buSzPts val="1672"/>
              <a:buNone/>
            </a:pPr>
            <a:r>
              <a:rPr lang="en-GB" sz="2200"/>
              <a:t>	$number = $_POST['number'];</a:t>
            </a:r>
            <a:endParaRPr/>
          </a:p>
          <a:p>
            <a:pPr indent="0" lvl="0" marL="0" rtl="0" algn="l">
              <a:spcBef>
                <a:spcPts val="600"/>
              </a:spcBef>
              <a:spcAft>
                <a:spcPts val="0"/>
              </a:spcAft>
              <a:buSzPts val="1672"/>
              <a:buNone/>
            </a:pPr>
            <a:r>
              <a:rPr lang="en-GB" sz="2200"/>
              <a:t>	$username = $_POST['username'];</a:t>
            </a:r>
            <a:endParaRPr/>
          </a:p>
          <a:p>
            <a:pPr indent="0" lvl="0" marL="0" rtl="0" algn="l">
              <a:spcBef>
                <a:spcPts val="600"/>
              </a:spcBef>
              <a:spcAft>
                <a:spcPts val="0"/>
              </a:spcAft>
              <a:buSzPts val="1672"/>
              <a:buNone/>
            </a:pPr>
            <a:r>
              <a:rPr lang="en-GB" sz="2200"/>
              <a:t>	$password = $_POST['password'];</a:t>
            </a:r>
            <a:endParaRPr/>
          </a:p>
          <a:p>
            <a:pPr indent="0" lvl="0" marL="0" rtl="0" algn="l">
              <a:spcBef>
                <a:spcPts val="600"/>
              </a:spcBef>
              <a:spcAft>
                <a:spcPts val="0"/>
              </a:spcAft>
              <a:buSzPts val="1672"/>
              <a:buNone/>
            </a:pPr>
            <a:r>
              <a:t/>
            </a:r>
            <a:endParaRPr sz="2200"/>
          </a:p>
          <a:p>
            <a:pPr indent="0" lvl="0" marL="0" rtl="0" algn="l">
              <a:spcBef>
                <a:spcPts val="600"/>
              </a:spcBef>
              <a:spcAft>
                <a:spcPts val="0"/>
              </a:spcAft>
              <a:buSzPts val="1672"/>
              <a:buNone/>
            </a:pPr>
            <a:r>
              <a:rPr lang="en-GB" sz="2200"/>
              <a:t>// continue to next slide…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3"/>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PHP &amp; MySQLLab Session C [2/4]</a:t>
            </a:r>
            <a:endParaRPr/>
          </a:p>
        </p:txBody>
      </p:sp>
      <p:sp>
        <p:nvSpPr>
          <p:cNvPr id="192" name="Google Shape;192;p13"/>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72"/>
              <a:buNone/>
            </a:pPr>
            <a:r>
              <a:rPr lang="en-GB" sz="2200"/>
              <a:t>// continue from previous slide</a:t>
            </a:r>
            <a:endParaRPr/>
          </a:p>
          <a:p>
            <a:pPr indent="0" lvl="0" marL="0" rtl="0" algn="l">
              <a:spcBef>
                <a:spcPts val="600"/>
              </a:spcBef>
              <a:spcAft>
                <a:spcPts val="0"/>
              </a:spcAft>
              <a:buSzPts val="1672"/>
              <a:buNone/>
            </a:pPr>
            <a:r>
              <a:rPr lang="en-GB" sz="2200"/>
              <a:t>	$sql0 = "SELECT studentnumber FROM student WHERE 		studentnumber= $number";</a:t>
            </a:r>
            <a:endParaRPr/>
          </a:p>
          <a:p>
            <a:pPr indent="0" lvl="0" marL="0" rtl="0" algn="l">
              <a:spcBef>
                <a:spcPts val="600"/>
              </a:spcBef>
              <a:spcAft>
                <a:spcPts val="0"/>
              </a:spcAft>
              <a:buSzPts val="1672"/>
              <a:buNone/>
            </a:pPr>
            <a:r>
              <a:rPr lang="en-GB" sz="2200"/>
              <a:t>	$query0 = mysqli_query($dbconn, $sql0) or die ("Error: " . 		     mysqli_error($dbconn));</a:t>
            </a:r>
            <a:endParaRPr sz="2200"/>
          </a:p>
          <a:p>
            <a:pPr indent="0" lvl="0" marL="0" rtl="0" algn="l">
              <a:spcBef>
                <a:spcPts val="600"/>
              </a:spcBef>
              <a:spcAft>
                <a:spcPts val="0"/>
              </a:spcAft>
              <a:buSzPts val="1672"/>
              <a:buNone/>
            </a:pPr>
            <a:r>
              <a:rPr lang="en-GB" sz="2200"/>
              <a:t>	$row0 = mysqli_num_rows($query0);</a:t>
            </a:r>
            <a:endParaRPr/>
          </a:p>
          <a:p>
            <a:pPr indent="0" lvl="0" marL="0" rtl="0" algn="l">
              <a:spcBef>
                <a:spcPts val="600"/>
              </a:spcBef>
              <a:spcAft>
                <a:spcPts val="0"/>
              </a:spcAft>
              <a:buSzPts val="1672"/>
              <a:buNone/>
            </a:pPr>
            <a:r>
              <a:rPr lang="en-GB" sz="2200"/>
              <a:t>	if($row0 != 0){</a:t>
            </a:r>
            <a:endParaRPr/>
          </a:p>
          <a:p>
            <a:pPr indent="0" lvl="0" marL="0" rtl="0" algn="l">
              <a:spcBef>
                <a:spcPts val="600"/>
              </a:spcBef>
              <a:spcAft>
                <a:spcPts val="0"/>
              </a:spcAft>
              <a:buSzPts val="1672"/>
              <a:buNone/>
            </a:pPr>
            <a:r>
              <a:rPr lang="en-GB" sz="2200"/>
              <a:t>	echo "Record is existed";</a:t>
            </a:r>
            <a:endParaRPr/>
          </a:p>
          <a:p>
            <a:pPr indent="0" lvl="0" marL="0" rtl="0" algn="l">
              <a:spcBef>
                <a:spcPts val="600"/>
              </a:spcBef>
              <a:spcAft>
                <a:spcPts val="0"/>
              </a:spcAft>
              <a:buSzPts val="1672"/>
              <a:buNone/>
            </a:pPr>
            <a:r>
              <a:rPr lang="en-GB" sz="2200"/>
              <a:t>	}</a:t>
            </a:r>
            <a:endParaRPr sz="2200"/>
          </a:p>
          <a:p>
            <a:pPr indent="0" lvl="0" marL="0" rtl="0" algn="l">
              <a:spcBef>
                <a:spcPts val="600"/>
              </a:spcBef>
              <a:spcAft>
                <a:spcPts val="0"/>
              </a:spcAft>
              <a:buSzPts val="1672"/>
              <a:buNone/>
            </a:pPr>
            <a:r>
              <a:t/>
            </a:r>
            <a:endParaRPr sz="2200"/>
          </a:p>
          <a:p>
            <a:pPr indent="0" lvl="0" marL="0" rtl="0" algn="l">
              <a:spcBef>
                <a:spcPts val="600"/>
              </a:spcBef>
              <a:spcAft>
                <a:spcPts val="0"/>
              </a:spcAft>
              <a:buSzPts val="1672"/>
              <a:buNone/>
            </a:pPr>
            <a:r>
              <a:rPr lang="en-GB" sz="2200"/>
              <a:t>// continue to next slide…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4"/>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PHP &amp; MySQLLab Session C [3/4]</a:t>
            </a:r>
            <a:endParaRPr/>
          </a:p>
        </p:txBody>
      </p:sp>
      <p:sp>
        <p:nvSpPr>
          <p:cNvPr id="198" name="Google Shape;198;p14"/>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SzPts val="1672"/>
              <a:buNone/>
            </a:pPr>
            <a:r>
              <a:rPr lang="en-GB" sz="2200"/>
              <a:t>// continue from previous slide</a:t>
            </a:r>
            <a:endParaRPr/>
          </a:p>
          <a:p>
            <a:pPr indent="0" lvl="0" marL="0" rtl="0" algn="l">
              <a:spcBef>
                <a:spcPts val="600"/>
              </a:spcBef>
              <a:spcAft>
                <a:spcPts val="0"/>
              </a:spcAft>
              <a:buSzPts val="1672"/>
              <a:buNone/>
            </a:pPr>
            <a:r>
              <a:rPr lang="en-GB" sz="2200"/>
              <a:t>	else{</a:t>
            </a:r>
            <a:endParaRPr/>
          </a:p>
          <a:p>
            <a:pPr indent="0" lvl="0" marL="0" rtl="0" algn="l">
              <a:spcBef>
                <a:spcPts val="600"/>
              </a:spcBef>
              <a:spcAft>
                <a:spcPts val="0"/>
              </a:spcAft>
              <a:buSzPts val="1672"/>
              <a:buNone/>
            </a:pPr>
            <a:r>
              <a:rPr lang="en-GB" sz="2200"/>
              <a:t>	/* execute SQL INSERT command */</a:t>
            </a:r>
            <a:endParaRPr/>
          </a:p>
          <a:p>
            <a:pPr indent="0" lvl="0" marL="0" rtl="0" algn="l">
              <a:spcBef>
                <a:spcPts val="600"/>
              </a:spcBef>
              <a:spcAft>
                <a:spcPts val="0"/>
              </a:spcAft>
              <a:buSzPts val="1672"/>
              <a:buNone/>
            </a:pPr>
            <a:r>
              <a:rPr lang="en-GB" sz="2200"/>
              <a:t>	$sql2 = "INSERT INTO student (studentname, studentnumber, 	studentusername, studentpassword)</a:t>
            </a:r>
            <a:endParaRPr/>
          </a:p>
          <a:p>
            <a:pPr indent="0" lvl="0" marL="0" rtl="0" algn="l">
              <a:spcBef>
                <a:spcPts val="600"/>
              </a:spcBef>
              <a:spcAft>
                <a:spcPts val="0"/>
              </a:spcAft>
              <a:buSzPts val="1672"/>
              <a:buNone/>
            </a:pPr>
            <a:r>
              <a:rPr lang="en-GB" sz="2200"/>
              <a:t>	VALUES ('" . $name . "', '" . $number . "', '" . $username . "', '" . 	$password . "')";</a:t>
            </a:r>
            <a:endParaRPr/>
          </a:p>
          <a:p>
            <a:pPr indent="0" lvl="0" marL="0" rtl="0" algn="l">
              <a:spcBef>
                <a:spcPts val="600"/>
              </a:spcBef>
              <a:spcAft>
                <a:spcPts val="0"/>
              </a:spcAft>
              <a:buSzPts val="1672"/>
              <a:buNone/>
            </a:pPr>
            <a:r>
              <a:rPr lang="en-GB" sz="2200"/>
              <a:t>	mysqli_query($dbconn, $sql2) or die ("Error: " . 	mysqli_error($dbconn));</a:t>
            </a:r>
            <a:endParaRPr sz="2200"/>
          </a:p>
          <a:p>
            <a:pPr indent="0" lvl="0" marL="0" rtl="0" algn="l">
              <a:spcBef>
                <a:spcPts val="600"/>
              </a:spcBef>
              <a:spcAft>
                <a:spcPts val="0"/>
              </a:spcAft>
              <a:buSzPts val="1672"/>
              <a:buNone/>
            </a:pPr>
            <a:r>
              <a:rPr lang="en-GB" sz="2200"/>
              <a:t>	/* display a message */</a:t>
            </a:r>
            <a:endParaRPr/>
          </a:p>
          <a:p>
            <a:pPr indent="0" lvl="0" marL="0" rtl="0" algn="l">
              <a:spcBef>
                <a:spcPts val="600"/>
              </a:spcBef>
              <a:spcAft>
                <a:spcPts val="0"/>
              </a:spcAft>
              <a:buSzPts val="1672"/>
              <a:buNone/>
            </a:pPr>
            <a:r>
              <a:rPr lang="en-GB" sz="2200"/>
              <a:t>	echo "Data has been saved";</a:t>
            </a:r>
            <a:endParaRPr/>
          </a:p>
          <a:p>
            <a:pPr indent="0" lvl="0" marL="0" rtl="0" algn="l">
              <a:spcBef>
                <a:spcPts val="600"/>
              </a:spcBef>
              <a:spcAft>
                <a:spcPts val="0"/>
              </a:spcAft>
              <a:buSzPts val="1672"/>
              <a:buNone/>
            </a:pPr>
            <a:r>
              <a:rPr lang="en-GB" sz="2200"/>
              <a:t>	}</a:t>
            </a:r>
            <a:endParaRPr sz="2200"/>
          </a:p>
          <a:p>
            <a:pPr indent="0" lvl="0" marL="0" rtl="0" algn="l">
              <a:spcBef>
                <a:spcPts val="600"/>
              </a:spcBef>
              <a:spcAft>
                <a:spcPts val="0"/>
              </a:spcAft>
              <a:buSzPts val="1672"/>
              <a:buNone/>
            </a:pPr>
            <a:r>
              <a:rPr lang="en-GB" sz="2200"/>
              <a:t>}// close if isset()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5"/>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PHP &amp; MySQLLab Session C [4/4]</a:t>
            </a:r>
            <a:endParaRPr/>
          </a:p>
        </p:txBody>
      </p:sp>
      <p:sp>
        <p:nvSpPr>
          <p:cNvPr id="204" name="Google Shape;204;p15"/>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976"/>
              <a:buNone/>
            </a:pPr>
            <a:r>
              <a:rPr lang="en-GB"/>
              <a:t>// continue from previous slide</a:t>
            </a:r>
            <a:endParaRPr/>
          </a:p>
          <a:p>
            <a:pPr indent="0" lvl="0" marL="0" rtl="0" algn="l">
              <a:spcBef>
                <a:spcPts val="600"/>
              </a:spcBef>
              <a:spcAft>
                <a:spcPts val="0"/>
              </a:spcAft>
              <a:buSzPts val="1976"/>
              <a:buNone/>
            </a:pPr>
            <a:r>
              <a:rPr lang="en-GB"/>
              <a:t>	/* close db connection */</a:t>
            </a:r>
            <a:endParaRPr/>
          </a:p>
          <a:p>
            <a:pPr indent="0" lvl="0" marL="0" rtl="0" algn="l">
              <a:spcBef>
                <a:spcPts val="600"/>
              </a:spcBef>
              <a:spcAft>
                <a:spcPts val="0"/>
              </a:spcAft>
              <a:buSzPts val="1976"/>
              <a:buNone/>
            </a:pPr>
            <a:r>
              <a:rPr lang="en-GB"/>
              <a:t>	mysqli_close($dbconn);</a:t>
            </a:r>
            <a:endParaRPr/>
          </a:p>
          <a:p>
            <a:pPr indent="0" lvl="0" marL="0" rtl="0" algn="l">
              <a:spcBef>
                <a:spcPts val="600"/>
              </a:spcBef>
              <a:spcAft>
                <a:spcPts val="0"/>
              </a:spcAft>
              <a:buSzPts val="1976"/>
              <a:buNone/>
            </a:pPr>
            <a:r>
              <a:rPr lang="en-GB"/>
              <a:t>?&gt;</a:t>
            </a:r>
            <a:endParaRPr/>
          </a:p>
        </p:txBody>
      </p:sp>
      <p:pic>
        <p:nvPicPr>
          <p:cNvPr id="205" name="Google Shape;205;p15"/>
          <p:cNvPicPr preferRelativeResize="0"/>
          <p:nvPr/>
        </p:nvPicPr>
        <p:blipFill rotWithShape="1">
          <a:blip r:embed="rId3">
            <a:alphaModFix/>
          </a:blip>
          <a:srcRect b="0" l="0" r="0" t="0"/>
          <a:stretch/>
        </p:blipFill>
        <p:spPr>
          <a:xfrm>
            <a:off x="6934200" y="4545178"/>
            <a:ext cx="1652587" cy="1779422"/>
          </a:xfrm>
          <a:prstGeom prst="rect">
            <a:avLst/>
          </a:prstGeom>
          <a:noFill/>
          <a:ln>
            <a:noFill/>
          </a:ln>
        </p:spPr>
      </p:pic>
      <p:sp>
        <p:nvSpPr>
          <p:cNvPr id="206" name="Google Shape;206;p15"/>
          <p:cNvSpPr/>
          <p:nvPr/>
        </p:nvSpPr>
        <p:spPr>
          <a:xfrm>
            <a:off x="4572000" y="4362738"/>
            <a:ext cx="2286000" cy="1752600"/>
          </a:xfrm>
          <a:prstGeom prst="wedgeEllipseCallout">
            <a:avLst>
              <a:gd fmla="val 63611" name="adj1"/>
              <a:gd fmla="val -1268" name="adj2"/>
            </a:avLst>
          </a:prstGeom>
          <a:solidFill>
            <a:schemeClr val="accent1"/>
          </a:solidFill>
          <a:ln cap="flat" cmpd="sng" w="19050">
            <a:solidFill>
              <a:srgbClr val="535A7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chemeClr val="lt1"/>
                </a:solidFill>
                <a:latin typeface="Gill Sans"/>
                <a:ea typeface="Gill Sans"/>
                <a:cs typeface="Gill Sans"/>
                <a:sym typeface="Gill Sans"/>
              </a:rPr>
              <a:t>Save as </a:t>
            </a:r>
            <a:r>
              <a:rPr b="1" lang="en-GB" sz="1800">
                <a:solidFill>
                  <a:srgbClr val="FFFF00"/>
                </a:solidFill>
                <a:latin typeface="Gill Sans"/>
                <a:ea typeface="Gill Sans"/>
                <a:cs typeface="Gill Sans"/>
                <a:sym typeface="Gill Sans"/>
              </a:rPr>
              <a:t>register0.php</a:t>
            </a:r>
            <a:r>
              <a:rPr b="1" lang="en-GB" sz="1800">
                <a:solidFill>
                  <a:schemeClr val="lt1"/>
                </a:solidFill>
                <a:latin typeface="Gill Sans"/>
                <a:ea typeface="Gill Sans"/>
                <a:cs typeface="Gill Sans"/>
                <a:sym typeface="Gill Sans"/>
              </a:rPr>
              <a:t> </a:t>
            </a:r>
            <a:r>
              <a:rPr lang="en-GB" sz="1800">
                <a:solidFill>
                  <a:schemeClr val="lt1"/>
                </a:solidFill>
                <a:latin typeface="Gill Sans"/>
                <a:ea typeface="Gill Sans"/>
                <a:cs typeface="Gill Sans"/>
                <a:sym typeface="Gill Sans"/>
              </a:rPr>
              <a:t>inside </a:t>
            </a:r>
            <a:r>
              <a:rPr lang="en-GB" sz="1800">
                <a:solidFill>
                  <a:srgbClr val="FFFF00"/>
                </a:solidFill>
                <a:latin typeface="Gill Sans"/>
                <a:ea typeface="Gill Sans"/>
                <a:cs typeface="Gill Sans"/>
                <a:sym typeface="Gill Sans"/>
              </a:rPr>
              <a:t>phpweb</a:t>
            </a:r>
            <a:r>
              <a:rPr lang="en-GB" sz="1800">
                <a:solidFill>
                  <a:schemeClr val="lt1"/>
                </a:solidFill>
                <a:latin typeface="Gill Sans"/>
                <a:ea typeface="Gill Sans"/>
                <a:cs typeface="Gill Sans"/>
                <a:sym typeface="Gill Sans"/>
              </a:rPr>
              <a:t> folder</a:t>
            </a:r>
            <a:endParaRPr sz="1800">
              <a:solidFill>
                <a:schemeClr val="lt1"/>
              </a:solidFill>
              <a:latin typeface="Gill Sans"/>
              <a:ea typeface="Gill Sans"/>
              <a:cs typeface="Gill Sans"/>
              <a:sym typeface="Gill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6"/>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Testing your code…</a:t>
            </a:r>
            <a:endParaRPr/>
          </a:p>
        </p:txBody>
      </p:sp>
      <p:sp>
        <p:nvSpPr>
          <p:cNvPr id="212" name="Google Shape;212;p16"/>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Char char="🞂"/>
            </a:pPr>
            <a:r>
              <a:rPr lang="en-GB"/>
              <a:t>Launch a web browser</a:t>
            </a:r>
            <a:endParaRPr/>
          </a:p>
          <a:p>
            <a:pPr indent="-274320" lvl="0" marL="274320" rtl="0" algn="l">
              <a:spcBef>
                <a:spcPts val="600"/>
              </a:spcBef>
              <a:spcAft>
                <a:spcPts val="0"/>
              </a:spcAft>
              <a:buSzPts val="1976"/>
              <a:buChar char="🞂"/>
            </a:pPr>
            <a:r>
              <a:rPr lang="en-GB"/>
              <a:t>Type in: </a:t>
            </a:r>
            <a:r>
              <a:rPr lang="en-GB">
                <a:solidFill>
                  <a:srgbClr val="0070C0"/>
                </a:solidFill>
              </a:rPr>
              <a:t>http://localhost/phpweb/register.php</a:t>
            </a:r>
            <a:endParaRPr>
              <a:solidFill>
                <a:srgbClr val="0070C0"/>
              </a:solidFill>
            </a:endParaRPr>
          </a:p>
          <a:p>
            <a:pPr indent="-274320" lvl="0" marL="274320" rtl="0" algn="l">
              <a:spcBef>
                <a:spcPts val="600"/>
              </a:spcBef>
              <a:spcAft>
                <a:spcPts val="0"/>
              </a:spcAft>
              <a:buSzPts val="1976"/>
              <a:buChar char="🞂"/>
            </a:pPr>
            <a:r>
              <a:rPr lang="en-GB"/>
              <a:t>You should see an HTML form</a:t>
            </a:r>
            <a:endParaRPr/>
          </a:p>
          <a:p>
            <a:pPr indent="-274320" lvl="0" marL="274320" rtl="0" algn="l">
              <a:spcBef>
                <a:spcPts val="600"/>
              </a:spcBef>
              <a:spcAft>
                <a:spcPts val="0"/>
              </a:spcAft>
              <a:buSzPts val="1976"/>
              <a:buChar char="🞂"/>
            </a:pPr>
            <a:r>
              <a:rPr lang="en-GB"/>
              <a:t>Enter required values</a:t>
            </a:r>
            <a:endParaRPr/>
          </a:p>
          <a:p>
            <a:pPr indent="-274320" lvl="0" marL="274320" rtl="0" algn="l">
              <a:spcBef>
                <a:spcPts val="600"/>
              </a:spcBef>
              <a:spcAft>
                <a:spcPts val="0"/>
              </a:spcAft>
              <a:buSzPts val="1976"/>
              <a:buChar char="🞂"/>
            </a:pPr>
            <a:r>
              <a:rPr lang="en-GB"/>
              <a:t>Hit Submit button</a:t>
            </a:r>
            <a:endParaRPr/>
          </a:p>
          <a:p>
            <a:pPr indent="-274320" lvl="0" marL="274320" rtl="0" algn="l">
              <a:spcBef>
                <a:spcPts val="600"/>
              </a:spcBef>
              <a:spcAft>
                <a:spcPts val="0"/>
              </a:spcAft>
              <a:buSzPts val="1976"/>
              <a:buChar char="🞂"/>
            </a:pPr>
            <a:r>
              <a:rPr lang="en-GB"/>
              <a:t>If </a:t>
            </a:r>
            <a:r>
              <a:rPr b="1" lang="en-GB"/>
              <a:t>successful</a:t>
            </a:r>
            <a:r>
              <a:rPr lang="en-GB"/>
              <a:t>, you should see “Data has been saved” message</a:t>
            </a:r>
            <a:endParaRPr/>
          </a:p>
          <a:p>
            <a:pPr indent="-148844" lvl="0" marL="274320" rtl="0" algn="l">
              <a:spcBef>
                <a:spcPts val="600"/>
              </a:spcBef>
              <a:spcAft>
                <a:spcPts val="0"/>
              </a:spcAft>
              <a:buSzPts val="1976"/>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7"/>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PHP &amp; MySQLLab Session D [1/1]</a:t>
            </a:r>
            <a:endParaRPr/>
          </a:p>
        </p:txBody>
      </p:sp>
      <p:sp>
        <p:nvSpPr>
          <p:cNvPr id="218" name="Google Shape;218;p17"/>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72"/>
              <a:buNone/>
            </a:pPr>
            <a:r>
              <a:rPr lang="en-GB" sz="2200"/>
              <a:t>&lt;html&gt;</a:t>
            </a:r>
            <a:endParaRPr/>
          </a:p>
          <a:p>
            <a:pPr indent="0" lvl="0" marL="0" rtl="0" algn="l">
              <a:spcBef>
                <a:spcPts val="600"/>
              </a:spcBef>
              <a:spcAft>
                <a:spcPts val="0"/>
              </a:spcAft>
              <a:buSzPts val="1672"/>
              <a:buNone/>
            </a:pPr>
            <a:r>
              <a:rPr lang="en-GB" sz="2200"/>
              <a:t>&lt;body&gt;</a:t>
            </a:r>
            <a:endParaRPr/>
          </a:p>
          <a:p>
            <a:pPr indent="0" lvl="0" marL="0" rtl="0" algn="l">
              <a:spcBef>
                <a:spcPts val="600"/>
              </a:spcBef>
              <a:spcAft>
                <a:spcPts val="0"/>
              </a:spcAft>
              <a:buSzPts val="1672"/>
              <a:buNone/>
            </a:pPr>
            <a:r>
              <a:rPr lang="en-GB" sz="2200"/>
              <a:t>&lt;b&gt;Login Page&lt;/b&gt;</a:t>
            </a:r>
            <a:endParaRPr/>
          </a:p>
          <a:p>
            <a:pPr indent="0" lvl="0" marL="0" rtl="0" algn="l">
              <a:spcBef>
                <a:spcPts val="600"/>
              </a:spcBef>
              <a:spcAft>
                <a:spcPts val="0"/>
              </a:spcAft>
              <a:buSzPts val="1672"/>
              <a:buNone/>
            </a:pPr>
            <a:r>
              <a:rPr lang="en-GB" sz="2200"/>
              <a:t>&lt;form name="form" method="post" action="login0.php"&gt;</a:t>
            </a:r>
            <a:endParaRPr/>
          </a:p>
          <a:p>
            <a:pPr indent="0" lvl="0" marL="0" rtl="0" algn="l">
              <a:spcBef>
                <a:spcPts val="600"/>
              </a:spcBef>
              <a:spcAft>
                <a:spcPts val="0"/>
              </a:spcAft>
              <a:buSzPts val="1672"/>
              <a:buNone/>
            </a:pPr>
            <a:r>
              <a:rPr lang="en-GB" sz="2200"/>
              <a:t>Username: &lt;input name="username" type="text" id="username"&gt;&lt;br&gt;</a:t>
            </a:r>
            <a:endParaRPr/>
          </a:p>
          <a:p>
            <a:pPr indent="0" lvl="0" marL="0" rtl="0" algn="l">
              <a:spcBef>
                <a:spcPts val="600"/>
              </a:spcBef>
              <a:spcAft>
                <a:spcPts val="0"/>
              </a:spcAft>
              <a:buSzPts val="1672"/>
              <a:buNone/>
            </a:pPr>
            <a:r>
              <a:rPr lang="en-GB" sz="2200"/>
              <a:t>Password: &lt;input name="password" type="password" id="password"&gt;&lt;br&gt;</a:t>
            </a:r>
            <a:endParaRPr/>
          </a:p>
          <a:p>
            <a:pPr indent="0" lvl="0" marL="0" rtl="0" algn="l">
              <a:spcBef>
                <a:spcPts val="600"/>
              </a:spcBef>
              <a:spcAft>
                <a:spcPts val="0"/>
              </a:spcAft>
              <a:buSzPts val="1672"/>
              <a:buNone/>
            </a:pPr>
            <a:r>
              <a:rPr lang="en-GB" sz="2200"/>
              <a:t>&lt;input type="submit" name="Submit" value="Login"&gt;</a:t>
            </a:r>
            <a:endParaRPr/>
          </a:p>
          <a:p>
            <a:pPr indent="0" lvl="0" marL="0" rtl="0" algn="l">
              <a:spcBef>
                <a:spcPts val="600"/>
              </a:spcBef>
              <a:spcAft>
                <a:spcPts val="0"/>
              </a:spcAft>
              <a:buSzPts val="1672"/>
              <a:buNone/>
            </a:pPr>
            <a:r>
              <a:rPr lang="en-GB" sz="2200"/>
              <a:t>&lt;/form&gt;</a:t>
            </a:r>
            <a:endParaRPr/>
          </a:p>
          <a:p>
            <a:pPr indent="0" lvl="0" marL="0" rtl="0" algn="l">
              <a:spcBef>
                <a:spcPts val="600"/>
              </a:spcBef>
              <a:spcAft>
                <a:spcPts val="0"/>
              </a:spcAft>
              <a:buSzPts val="1672"/>
              <a:buNone/>
            </a:pPr>
            <a:r>
              <a:rPr lang="en-GB" sz="2200"/>
              <a:t>&lt;/body&gt;</a:t>
            </a:r>
            <a:endParaRPr/>
          </a:p>
          <a:p>
            <a:pPr indent="0" lvl="0" marL="0" rtl="0" algn="l">
              <a:spcBef>
                <a:spcPts val="600"/>
              </a:spcBef>
              <a:spcAft>
                <a:spcPts val="0"/>
              </a:spcAft>
              <a:buSzPts val="1672"/>
              <a:buNone/>
            </a:pPr>
            <a:r>
              <a:rPr lang="en-GB" sz="2200"/>
              <a:t>&lt;/html&gt;</a:t>
            </a:r>
            <a:endParaRPr/>
          </a:p>
        </p:txBody>
      </p:sp>
      <p:pic>
        <p:nvPicPr>
          <p:cNvPr id="219" name="Google Shape;219;p17"/>
          <p:cNvPicPr preferRelativeResize="0"/>
          <p:nvPr/>
        </p:nvPicPr>
        <p:blipFill rotWithShape="1">
          <a:blip r:embed="rId3">
            <a:alphaModFix/>
          </a:blip>
          <a:srcRect b="0" l="0" r="0" t="0"/>
          <a:stretch/>
        </p:blipFill>
        <p:spPr>
          <a:xfrm>
            <a:off x="7239000" y="4800600"/>
            <a:ext cx="1402102" cy="1509713"/>
          </a:xfrm>
          <a:prstGeom prst="rect">
            <a:avLst/>
          </a:prstGeom>
          <a:noFill/>
          <a:ln>
            <a:noFill/>
          </a:ln>
        </p:spPr>
      </p:pic>
      <p:sp>
        <p:nvSpPr>
          <p:cNvPr id="220" name="Google Shape;220;p17"/>
          <p:cNvSpPr/>
          <p:nvPr/>
        </p:nvSpPr>
        <p:spPr>
          <a:xfrm>
            <a:off x="4495800" y="4800600"/>
            <a:ext cx="2133600" cy="1509713"/>
          </a:xfrm>
          <a:prstGeom prst="wedgeEllipseCallout">
            <a:avLst>
              <a:gd fmla="val 71808" name="adj1"/>
              <a:gd fmla="val 1932" name="adj2"/>
            </a:avLst>
          </a:prstGeom>
          <a:solidFill>
            <a:schemeClr val="accent1"/>
          </a:solidFill>
          <a:ln cap="flat" cmpd="sng" w="19050">
            <a:solidFill>
              <a:srgbClr val="535A7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chemeClr val="lt1"/>
                </a:solidFill>
                <a:latin typeface="Gill Sans"/>
                <a:ea typeface="Gill Sans"/>
                <a:cs typeface="Gill Sans"/>
                <a:sym typeface="Gill Sans"/>
              </a:rPr>
              <a:t>Save as </a:t>
            </a:r>
            <a:r>
              <a:rPr b="1" lang="en-GB" sz="1800">
                <a:solidFill>
                  <a:srgbClr val="FFFF00"/>
                </a:solidFill>
                <a:latin typeface="Gill Sans"/>
                <a:ea typeface="Gill Sans"/>
                <a:cs typeface="Gill Sans"/>
                <a:sym typeface="Gill Sans"/>
              </a:rPr>
              <a:t>login.php</a:t>
            </a:r>
            <a:r>
              <a:rPr b="1" lang="en-GB" sz="1800">
                <a:solidFill>
                  <a:schemeClr val="lt1"/>
                </a:solidFill>
                <a:latin typeface="Gill Sans"/>
                <a:ea typeface="Gill Sans"/>
                <a:cs typeface="Gill Sans"/>
                <a:sym typeface="Gill Sans"/>
              </a:rPr>
              <a:t> </a:t>
            </a:r>
            <a:r>
              <a:rPr lang="en-GB" sz="1800">
                <a:solidFill>
                  <a:schemeClr val="lt1"/>
                </a:solidFill>
                <a:latin typeface="Gill Sans"/>
                <a:ea typeface="Gill Sans"/>
                <a:cs typeface="Gill Sans"/>
                <a:sym typeface="Gill Sans"/>
              </a:rPr>
              <a:t>inside </a:t>
            </a:r>
            <a:r>
              <a:rPr lang="en-GB" sz="1800">
                <a:solidFill>
                  <a:srgbClr val="FFFF00"/>
                </a:solidFill>
                <a:latin typeface="Gill Sans"/>
                <a:ea typeface="Gill Sans"/>
                <a:cs typeface="Gill Sans"/>
                <a:sym typeface="Gill Sans"/>
              </a:rPr>
              <a:t>phpweb </a:t>
            </a:r>
            <a:r>
              <a:rPr lang="en-GB" sz="1800">
                <a:solidFill>
                  <a:schemeClr val="lt1"/>
                </a:solidFill>
                <a:latin typeface="Gill Sans"/>
                <a:ea typeface="Gill Sans"/>
                <a:cs typeface="Gill Sans"/>
                <a:sym typeface="Gill Sans"/>
              </a:rPr>
              <a:t>folder</a:t>
            </a:r>
            <a:endParaRPr sz="1800">
              <a:solidFill>
                <a:schemeClr val="lt1"/>
              </a:solidFill>
              <a:latin typeface="Gill Sans"/>
              <a:ea typeface="Gill Sans"/>
              <a:cs typeface="Gill Sans"/>
              <a:sym typeface="Gill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8"/>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PHP &amp; MySQLLab Session E [1/3]</a:t>
            </a:r>
            <a:endParaRPr/>
          </a:p>
        </p:txBody>
      </p:sp>
      <p:sp>
        <p:nvSpPr>
          <p:cNvPr id="226" name="Google Shape;226;p18"/>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spcBef>
                <a:spcPts val="0"/>
              </a:spcBef>
              <a:spcAft>
                <a:spcPts val="0"/>
              </a:spcAft>
              <a:buSzPct val="76000"/>
              <a:buNone/>
            </a:pPr>
            <a:r>
              <a:rPr lang="en-GB" sz="2200"/>
              <a:t>&lt;?php</a:t>
            </a:r>
            <a:endParaRPr sz="2200"/>
          </a:p>
          <a:p>
            <a:pPr indent="0" lvl="0" marL="0" rtl="0" algn="l">
              <a:spcBef>
                <a:spcPts val="600"/>
              </a:spcBef>
              <a:spcAft>
                <a:spcPts val="0"/>
              </a:spcAft>
              <a:buSzPct val="76000"/>
              <a:buNone/>
            </a:pPr>
            <a:r>
              <a:rPr lang="en-GB" sz="2200"/>
              <a:t>session_start();</a:t>
            </a:r>
            <a:endParaRPr/>
          </a:p>
          <a:p>
            <a:pPr indent="0" lvl="0" marL="0" rtl="0" algn="l">
              <a:spcBef>
                <a:spcPts val="600"/>
              </a:spcBef>
              <a:spcAft>
                <a:spcPts val="0"/>
              </a:spcAft>
              <a:buSzPct val="76000"/>
              <a:buNone/>
            </a:pPr>
            <a:r>
              <a:rPr lang="en-GB" sz="2200"/>
              <a:t>/* include db connection file */</a:t>
            </a:r>
            <a:endParaRPr/>
          </a:p>
          <a:p>
            <a:pPr indent="0" lvl="0" marL="0" rtl="0" algn="l">
              <a:spcBef>
                <a:spcPts val="600"/>
              </a:spcBef>
              <a:spcAft>
                <a:spcPts val="0"/>
              </a:spcAft>
              <a:buSzPct val="76000"/>
              <a:buNone/>
            </a:pPr>
            <a:r>
              <a:rPr lang="en-GB" sz="2200"/>
              <a:t>include("dbconn.php");</a:t>
            </a:r>
            <a:endParaRPr/>
          </a:p>
          <a:p>
            <a:pPr indent="0" lvl="0" marL="0" rtl="0" algn="l">
              <a:spcBef>
                <a:spcPts val="600"/>
              </a:spcBef>
              <a:spcAft>
                <a:spcPts val="0"/>
              </a:spcAft>
              <a:buSzPct val="76000"/>
              <a:buNone/>
            </a:pPr>
            <a:r>
              <a:rPr lang="en-GB" sz="2200"/>
              <a:t>if(isset($_POST['Submit'])){</a:t>
            </a:r>
            <a:endParaRPr/>
          </a:p>
          <a:p>
            <a:pPr indent="0" lvl="0" marL="0" rtl="0" algn="l">
              <a:spcBef>
                <a:spcPts val="600"/>
              </a:spcBef>
              <a:spcAft>
                <a:spcPts val="0"/>
              </a:spcAft>
              <a:buSzPct val="76000"/>
              <a:buNone/>
            </a:pPr>
            <a:r>
              <a:rPr lang="en-GB" sz="2200"/>
              <a:t>	/* capture values from HTML form */</a:t>
            </a:r>
            <a:endParaRPr/>
          </a:p>
          <a:p>
            <a:pPr indent="0" lvl="0" marL="0" rtl="0" algn="l">
              <a:spcBef>
                <a:spcPts val="600"/>
              </a:spcBef>
              <a:spcAft>
                <a:spcPts val="0"/>
              </a:spcAft>
              <a:buSzPct val="76000"/>
              <a:buNone/>
            </a:pPr>
            <a:r>
              <a:rPr lang="en-GB" sz="2200"/>
              <a:t>	$username = $_POST['username'];</a:t>
            </a:r>
            <a:endParaRPr/>
          </a:p>
          <a:p>
            <a:pPr indent="0" lvl="0" marL="0" rtl="0" algn="l">
              <a:spcBef>
                <a:spcPts val="600"/>
              </a:spcBef>
              <a:spcAft>
                <a:spcPts val="0"/>
              </a:spcAft>
              <a:buSzPct val="76000"/>
              <a:buNone/>
            </a:pPr>
            <a:r>
              <a:rPr lang="en-GB" sz="2200"/>
              <a:t>	$password = $_POST['password'];</a:t>
            </a:r>
            <a:endParaRPr/>
          </a:p>
          <a:p>
            <a:pPr indent="0" lvl="0" marL="0" rtl="0" algn="l">
              <a:spcBef>
                <a:spcPts val="600"/>
              </a:spcBef>
              <a:spcAft>
                <a:spcPts val="0"/>
              </a:spcAft>
              <a:buSzPct val="76000"/>
              <a:buNone/>
            </a:pPr>
            <a:r>
              <a:rPr lang="en-GB" sz="2200"/>
              <a:t>	if($username == "admin" &amp;&amp; $password == "admin"){</a:t>
            </a:r>
            <a:endParaRPr/>
          </a:p>
          <a:p>
            <a:pPr indent="0" lvl="0" marL="0" rtl="0" algn="l">
              <a:spcBef>
                <a:spcPts val="600"/>
              </a:spcBef>
              <a:spcAft>
                <a:spcPts val="0"/>
              </a:spcAft>
              <a:buSzPct val="76000"/>
              <a:buNone/>
            </a:pPr>
            <a:r>
              <a:rPr lang="en-GB" sz="2200"/>
              <a:t>		$_SESSION['username'] = "Administrator";</a:t>
            </a:r>
            <a:endParaRPr/>
          </a:p>
          <a:p>
            <a:pPr indent="0" lvl="0" marL="0" rtl="0" algn="l">
              <a:spcBef>
                <a:spcPts val="600"/>
              </a:spcBef>
              <a:spcAft>
                <a:spcPts val="0"/>
              </a:spcAft>
              <a:buSzPct val="76000"/>
              <a:buNone/>
            </a:pPr>
            <a:r>
              <a:rPr lang="en-GB" sz="2200"/>
              <a:t>		header("Location: menuAdmin.php");</a:t>
            </a:r>
            <a:endParaRPr/>
          </a:p>
          <a:p>
            <a:pPr indent="0" lvl="0" marL="0" rtl="0" algn="l">
              <a:spcBef>
                <a:spcPts val="600"/>
              </a:spcBef>
              <a:spcAft>
                <a:spcPts val="0"/>
              </a:spcAft>
              <a:buSzPct val="76000"/>
              <a:buNone/>
            </a:pPr>
            <a:r>
              <a:rPr lang="en-GB" sz="2200"/>
              <a:t>	}</a:t>
            </a:r>
            <a:endParaRPr sz="2200"/>
          </a:p>
          <a:p>
            <a:pPr indent="0" lvl="0" marL="0" rtl="0" algn="l">
              <a:spcBef>
                <a:spcPts val="600"/>
              </a:spcBef>
              <a:spcAft>
                <a:spcPts val="0"/>
              </a:spcAft>
              <a:buSzPct val="76000"/>
              <a:buNone/>
            </a:pPr>
            <a:r>
              <a:rPr lang="en-GB" sz="2200"/>
              <a:t>// continue next slide…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9"/>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PHP &amp; MySQLLab Session E [2/3]</a:t>
            </a:r>
            <a:endParaRPr/>
          </a:p>
        </p:txBody>
      </p:sp>
      <p:sp>
        <p:nvSpPr>
          <p:cNvPr id="232" name="Google Shape;232;p19"/>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spcBef>
                <a:spcPts val="0"/>
              </a:spcBef>
              <a:spcAft>
                <a:spcPts val="0"/>
              </a:spcAft>
              <a:buSzPct val="76000"/>
              <a:buNone/>
            </a:pPr>
            <a:r>
              <a:rPr lang="en-GB" sz="2200"/>
              <a:t>// continue from previous slide…</a:t>
            </a:r>
            <a:endParaRPr/>
          </a:p>
          <a:p>
            <a:pPr indent="0" lvl="0" marL="0" rtl="0" algn="l">
              <a:spcBef>
                <a:spcPts val="600"/>
              </a:spcBef>
              <a:spcAft>
                <a:spcPts val="0"/>
              </a:spcAft>
              <a:buSzPct val="76000"/>
              <a:buNone/>
            </a:pPr>
            <a:r>
              <a:rPr lang="en-GB" sz="2200"/>
              <a:t>	else{</a:t>
            </a:r>
            <a:endParaRPr/>
          </a:p>
          <a:p>
            <a:pPr indent="0" lvl="0" marL="0" rtl="0" algn="l">
              <a:spcBef>
                <a:spcPts val="600"/>
              </a:spcBef>
              <a:spcAft>
                <a:spcPts val="0"/>
              </a:spcAft>
              <a:buSzPct val="76000"/>
              <a:buNone/>
            </a:pPr>
            <a:r>
              <a:rPr lang="en-GB" sz="2200"/>
              <a:t>	/* execute SQL command */</a:t>
            </a:r>
            <a:endParaRPr/>
          </a:p>
          <a:p>
            <a:pPr indent="0" lvl="0" marL="0" rtl="0" algn="l">
              <a:spcBef>
                <a:spcPts val="600"/>
              </a:spcBef>
              <a:spcAft>
                <a:spcPts val="0"/>
              </a:spcAft>
              <a:buSzPct val="76000"/>
              <a:buNone/>
            </a:pPr>
            <a:r>
              <a:rPr lang="en-GB" sz="2200"/>
              <a:t>		$sql= "SELECT * FROM student WHERE 				studentusername= '$username' AND 				studentpassword= '$password'";</a:t>
            </a:r>
            <a:endParaRPr/>
          </a:p>
          <a:p>
            <a:pPr indent="0" lvl="0" marL="0" rtl="0" algn="l">
              <a:spcBef>
                <a:spcPts val="600"/>
              </a:spcBef>
              <a:spcAft>
                <a:spcPts val="0"/>
              </a:spcAft>
              <a:buSzPct val="76000"/>
              <a:buNone/>
            </a:pPr>
            <a:r>
              <a:rPr lang="en-GB" sz="2200"/>
              <a:t>		$query = mysqli_query($dbconn, $sql) or die("Error: " . 			mysqli_error($dbconn));</a:t>
            </a:r>
            <a:endParaRPr sz="2200"/>
          </a:p>
          <a:p>
            <a:pPr indent="0" lvl="0" marL="0" rtl="0" algn="l">
              <a:spcBef>
                <a:spcPts val="600"/>
              </a:spcBef>
              <a:spcAft>
                <a:spcPts val="0"/>
              </a:spcAft>
              <a:buSzPct val="76000"/>
              <a:buNone/>
            </a:pPr>
            <a:r>
              <a:rPr lang="en-GB" sz="2200"/>
              <a:t>		$row = mysqli_num_rows($query);</a:t>
            </a:r>
            <a:endParaRPr/>
          </a:p>
          <a:p>
            <a:pPr indent="0" lvl="0" marL="0" rtl="0" algn="l">
              <a:spcBef>
                <a:spcPts val="600"/>
              </a:spcBef>
              <a:spcAft>
                <a:spcPts val="0"/>
              </a:spcAft>
              <a:buSzPct val="76000"/>
              <a:buNone/>
            </a:pPr>
            <a:r>
              <a:rPr lang="en-GB" sz="2200"/>
              <a:t>		if($row == 0){</a:t>
            </a:r>
            <a:endParaRPr/>
          </a:p>
          <a:p>
            <a:pPr indent="0" lvl="0" marL="0" rtl="0" algn="l">
              <a:spcBef>
                <a:spcPts val="600"/>
              </a:spcBef>
              <a:spcAft>
                <a:spcPts val="0"/>
              </a:spcAft>
              <a:buSzPct val="76000"/>
              <a:buNone/>
            </a:pPr>
            <a:r>
              <a:rPr lang="en-GB" sz="2200"/>
              <a:t>		echo "Invalid Username/Password. Click here to &lt;a 				href='login.php'&gt;login&lt;/a&gt;.";</a:t>
            </a:r>
            <a:endParaRPr/>
          </a:p>
          <a:p>
            <a:pPr indent="0" lvl="0" marL="0" rtl="0" algn="l">
              <a:spcBef>
                <a:spcPts val="600"/>
              </a:spcBef>
              <a:spcAft>
                <a:spcPts val="0"/>
              </a:spcAft>
              <a:buSzPct val="76000"/>
              <a:buNone/>
            </a:pPr>
            <a:r>
              <a:rPr lang="en-GB" sz="2200"/>
              <a:t>		}</a:t>
            </a:r>
            <a:endParaRPr sz="2200"/>
          </a:p>
          <a:p>
            <a:pPr indent="0" lvl="0" marL="0" rtl="0" algn="l">
              <a:spcBef>
                <a:spcPts val="600"/>
              </a:spcBef>
              <a:spcAft>
                <a:spcPts val="0"/>
              </a:spcAft>
              <a:buSzPct val="76000"/>
              <a:buNone/>
            </a:pPr>
            <a:r>
              <a:rPr lang="en-GB" sz="2200"/>
              <a:t>// continue next slide…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0"/>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PHP &amp; MySQLLab Session E [3/3]</a:t>
            </a:r>
            <a:endParaRPr/>
          </a:p>
        </p:txBody>
      </p:sp>
      <p:sp>
        <p:nvSpPr>
          <p:cNvPr id="238" name="Google Shape;238;p20"/>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72"/>
              <a:buNone/>
            </a:pPr>
            <a:r>
              <a:rPr lang="en-GB" sz="2200"/>
              <a:t>// continue from previous slide…</a:t>
            </a:r>
            <a:endParaRPr/>
          </a:p>
          <a:p>
            <a:pPr indent="0" lvl="0" marL="0" rtl="0" algn="l">
              <a:spcBef>
                <a:spcPts val="600"/>
              </a:spcBef>
              <a:spcAft>
                <a:spcPts val="0"/>
              </a:spcAft>
              <a:buSzPts val="1672"/>
              <a:buNone/>
            </a:pPr>
            <a:r>
              <a:rPr lang="en-GB" sz="2200"/>
              <a:t>	else{</a:t>
            </a:r>
            <a:endParaRPr/>
          </a:p>
          <a:p>
            <a:pPr indent="0" lvl="0" marL="0" rtl="0" algn="l">
              <a:spcBef>
                <a:spcPts val="600"/>
              </a:spcBef>
              <a:spcAft>
                <a:spcPts val="0"/>
              </a:spcAft>
              <a:buSzPts val="1672"/>
              <a:buNone/>
            </a:pPr>
            <a:r>
              <a:rPr lang="en-GB" sz="2200"/>
              <a:t>		$r = mysqli_fetch_assoc($query);</a:t>
            </a:r>
            <a:endParaRPr/>
          </a:p>
          <a:p>
            <a:pPr indent="0" lvl="0" marL="0" rtl="0" algn="l">
              <a:spcBef>
                <a:spcPts val="600"/>
              </a:spcBef>
              <a:spcAft>
                <a:spcPts val="0"/>
              </a:spcAft>
              <a:buSzPts val="1672"/>
              <a:buNone/>
            </a:pPr>
            <a:r>
              <a:rPr lang="en-GB" sz="2200"/>
              <a:t>		$_SESSION['username'] = $r['studentname'];</a:t>
            </a:r>
            <a:endParaRPr/>
          </a:p>
          <a:p>
            <a:pPr indent="0" lvl="0" marL="0" rtl="0" algn="l">
              <a:spcBef>
                <a:spcPts val="600"/>
              </a:spcBef>
              <a:spcAft>
                <a:spcPts val="0"/>
              </a:spcAft>
              <a:buSzPts val="1672"/>
              <a:buNone/>
            </a:pPr>
            <a:r>
              <a:rPr lang="en-GB" sz="2200"/>
              <a:t>		header("Location: menu.php");</a:t>
            </a:r>
            <a:endParaRPr/>
          </a:p>
          <a:p>
            <a:pPr indent="0" lvl="0" marL="0" rtl="0" algn="l">
              <a:spcBef>
                <a:spcPts val="600"/>
              </a:spcBef>
              <a:spcAft>
                <a:spcPts val="0"/>
              </a:spcAft>
              <a:buSzPts val="1672"/>
              <a:buNone/>
            </a:pPr>
            <a:r>
              <a:rPr lang="en-GB" sz="2200"/>
              <a:t>	}</a:t>
            </a:r>
            <a:endParaRPr sz="2200"/>
          </a:p>
          <a:p>
            <a:pPr indent="0" lvl="0" marL="0" rtl="0" algn="l">
              <a:spcBef>
                <a:spcPts val="600"/>
              </a:spcBef>
              <a:spcAft>
                <a:spcPts val="0"/>
              </a:spcAft>
              <a:buSzPts val="1672"/>
              <a:buNone/>
            </a:pPr>
            <a:r>
              <a:rPr lang="en-GB" sz="2200"/>
              <a:t>	}</a:t>
            </a:r>
            <a:endParaRPr sz="2200"/>
          </a:p>
          <a:p>
            <a:pPr indent="0" lvl="0" marL="0" rtl="0" algn="l">
              <a:spcBef>
                <a:spcPts val="600"/>
              </a:spcBef>
              <a:spcAft>
                <a:spcPts val="0"/>
              </a:spcAft>
              <a:buSzPts val="1672"/>
              <a:buNone/>
            </a:pPr>
            <a:r>
              <a:rPr lang="en-GB" sz="2200"/>
              <a:t>}</a:t>
            </a:r>
            <a:endParaRPr/>
          </a:p>
          <a:p>
            <a:pPr indent="0" lvl="0" marL="0" rtl="0" algn="l">
              <a:spcBef>
                <a:spcPts val="600"/>
              </a:spcBef>
              <a:spcAft>
                <a:spcPts val="0"/>
              </a:spcAft>
              <a:buSzPts val="1672"/>
              <a:buNone/>
            </a:pPr>
            <a:r>
              <a:rPr lang="en-GB" sz="2200"/>
              <a:t>mysqli_close($dbconn);?&gt;</a:t>
            </a:r>
            <a:endParaRPr/>
          </a:p>
        </p:txBody>
      </p:sp>
      <p:pic>
        <p:nvPicPr>
          <p:cNvPr id="239" name="Google Shape;239;p20"/>
          <p:cNvPicPr preferRelativeResize="0"/>
          <p:nvPr/>
        </p:nvPicPr>
        <p:blipFill rotWithShape="1">
          <a:blip r:embed="rId3">
            <a:alphaModFix/>
          </a:blip>
          <a:srcRect b="0" l="0" r="0" t="0"/>
          <a:stretch/>
        </p:blipFill>
        <p:spPr>
          <a:xfrm>
            <a:off x="7391400" y="4800600"/>
            <a:ext cx="1472871" cy="1585913"/>
          </a:xfrm>
          <a:prstGeom prst="rect">
            <a:avLst/>
          </a:prstGeom>
          <a:noFill/>
          <a:ln>
            <a:noFill/>
          </a:ln>
        </p:spPr>
      </p:pic>
      <p:sp>
        <p:nvSpPr>
          <p:cNvPr id="240" name="Google Shape;240;p20"/>
          <p:cNvSpPr/>
          <p:nvPr/>
        </p:nvSpPr>
        <p:spPr>
          <a:xfrm>
            <a:off x="4267200" y="4038600"/>
            <a:ext cx="2590800" cy="1905000"/>
          </a:xfrm>
          <a:prstGeom prst="wedgeEllipseCallout">
            <a:avLst>
              <a:gd fmla="val 65442" name="adj1"/>
              <a:gd fmla="val 26621" name="adj2"/>
            </a:avLst>
          </a:prstGeom>
          <a:solidFill>
            <a:schemeClr val="accent1"/>
          </a:solidFill>
          <a:ln cap="flat" cmpd="sng" w="19050">
            <a:solidFill>
              <a:srgbClr val="535A7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chemeClr val="lt1"/>
                </a:solidFill>
                <a:latin typeface="Gill Sans"/>
                <a:ea typeface="Gill Sans"/>
                <a:cs typeface="Gill Sans"/>
                <a:sym typeface="Gill Sans"/>
              </a:rPr>
              <a:t>Save as </a:t>
            </a:r>
            <a:r>
              <a:rPr b="1" lang="en-GB" sz="1800">
                <a:solidFill>
                  <a:srgbClr val="FFFF00"/>
                </a:solidFill>
                <a:latin typeface="Gill Sans"/>
                <a:ea typeface="Gill Sans"/>
                <a:cs typeface="Gill Sans"/>
                <a:sym typeface="Gill Sans"/>
              </a:rPr>
              <a:t>login0.php</a:t>
            </a:r>
            <a:r>
              <a:rPr b="1" lang="en-GB" sz="1800">
                <a:solidFill>
                  <a:schemeClr val="lt1"/>
                </a:solidFill>
                <a:latin typeface="Gill Sans"/>
                <a:ea typeface="Gill Sans"/>
                <a:cs typeface="Gill Sans"/>
                <a:sym typeface="Gill Sans"/>
              </a:rPr>
              <a:t> </a:t>
            </a:r>
            <a:r>
              <a:rPr lang="en-GB" sz="1800">
                <a:solidFill>
                  <a:schemeClr val="lt1"/>
                </a:solidFill>
                <a:latin typeface="Gill Sans"/>
                <a:ea typeface="Gill Sans"/>
                <a:cs typeface="Gill Sans"/>
                <a:sym typeface="Gill Sans"/>
              </a:rPr>
              <a:t>inside </a:t>
            </a:r>
            <a:r>
              <a:rPr lang="en-GB" sz="1800">
                <a:solidFill>
                  <a:srgbClr val="FFFF00"/>
                </a:solidFill>
                <a:latin typeface="Gill Sans"/>
                <a:ea typeface="Gill Sans"/>
                <a:cs typeface="Gill Sans"/>
                <a:sym typeface="Gill Sans"/>
              </a:rPr>
              <a:t>phpweb </a:t>
            </a:r>
            <a:r>
              <a:rPr lang="en-GB" sz="1800">
                <a:solidFill>
                  <a:schemeClr val="lt1"/>
                </a:solidFill>
                <a:latin typeface="Gill Sans"/>
                <a:ea typeface="Gill Sans"/>
                <a:cs typeface="Gill Sans"/>
                <a:sym typeface="Gill Sans"/>
              </a:rPr>
              <a:t>folder</a:t>
            </a:r>
            <a:endParaRPr sz="1800">
              <a:solidFill>
                <a:schemeClr val="lt1"/>
              </a:solidFill>
              <a:latin typeface="Gill Sans"/>
              <a:ea typeface="Gill Sans"/>
              <a:cs typeface="Gill Sans"/>
              <a:sym typeface="Gill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1"/>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PHP &amp; MySQLLab Session F [1/1]</a:t>
            </a:r>
            <a:endParaRPr/>
          </a:p>
        </p:txBody>
      </p:sp>
      <p:sp>
        <p:nvSpPr>
          <p:cNvPr id="246" name="Google Shape;246;p21"/>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spcBef>
                <a:spcPts val="0"/>
              </a:spcBef>
              <a:spcAft>
                <a:spcPts val="0"/>
              </a:spcAft>
              <a:buSzPct val="76000"/>
              <a:buNone/>
            </a:pPr>
            <a:r>
              <a:rPr lang="en-GB"/>
              <a:t>&lt;?php</a:t>
            </a:r>
            <a:endParaRPr/>
          </a:p>
          <a:p>
            <a:pPr indent="0" lvl="0" marL="0" rtl="0" algn="l">
              <a:spcBef>
                <a:spcPts val="600"/>
              </a:spcBef>
              <a:spcAft>
                <a:spcPts val="0"/>
              </a:spcAft>
              <a:buSzPct val="76000"/>
              <a:buNone/>
            </a:pPr>
            <a:r>
              <a:rPr lang="en-GB"/>
              <a:t>session_start();</a:t>
            </a:r>
            <a:endParaRPr/>
          </a:p>
          <a:p>
            <a:pPr indent="0" lvl="0" marL="0" rtl="0" algn="l">
              <a:spcBef>
                <a:spcPts val="600"/>
              </a:spcBef>
              <a:spcAft>
                <a:spcPts val="0"/>
              </a:spcAft>
              <a:buSzPct val="76000"/>
              <a:buNone/>
            </a:pPr>
            <a:r>
              <a:rPr lang="en-GB"/>
              <a:t>if(isset($_SESSION['username']) &amp;&amp; $_SESSION['username'] == "Administrator"){</a:t>
            </a:r>
            <a:endParaRPr/>
          </a:p>
          <a:p>
            <a:pPr indent="0" lvl="0" marL="0" rtl="0" algn="l">
              <a:spcBef>
                <a:spcPts val="600"/>
              </a:spcBef>
              <a:spcAft>
                <a:spcPts val="0"/>
              </a:spcAft>
              <a:buSzPct val="76000"/>
              <a:buNone/>
            </a:pPr>
            <a:r>
              <a:rPr lang="en-GB"/>
              <a:t>?&gt;</a:t>
            </a:r>
            <a:endParaRPr/>
          </a:p>
          <a:p>
            <a:pPr indent="0" lvl="0" marL="0" rtl="0" algn="l">
              <a:spcBef>
                <a:spcPts val="600"/>
              </a:spcBef>
              <a:spcAft>
                <a:spcPts val="0"/>
              </a:spcAft>
              <a:buSzPct val="76000"/>
              <a:buNone/>
            </a:pPr>
            <a:r>
              <a:rPr lang="en-GB"/>
              <a:t>&lt;html&gt;</a:t>
            </a:r>
            <a:endParaRPr/>
          </a:p>
          <a:p>
            <a:pPr indent="0" lvl="0" marL="0" rtl="0" algn="l">
              <a:spcBef>
                <a:spcPts val="600"/>
              </a:spcBef>
              <a:spcAft>
                <a:spcPts val="0"/>
              </a:spcAft>
              <a:buSzPct val="76000"/>
              <a:buNone/>
            </a:pPr>
            <a:r>
              <a:rPr lang="en-GB"/>
              <a:t>&lt;body&gt;</a:t>
            </a:r>
            <a:endParaRPr/>
          </a:p>
          <a:p>
            <a:pPr indent="0" lvl="0" marL="0" rtl="0" algn="l">
              <a:spcBef>
                <a:spcPts val="600"/>
              </a:spcBef>
              <a:spcAft>
                <a:spcPts val="0"/>
              </a:spcAft>
              <a:buSzPct val="76000"/>
              <a:buNone/>
            </a:pPr>
            <a:r>
              <a:rPr lang="en-GB"/>
              <a:t>Hi, &lt;?php echo $_SESSION['username']; ?&gt; [&lt;a href="logout.php"&gt;Logout&lt;/a&gt;] &lt;br&gt;</a:t>
            </a:r>
            <a:endParaRPr/>
          </a:p>
          <a:p>
            <a:pPr indent="0" lvl="0" marL="0" rtl="0" algn="l">
              <a:spcBef>
                <a:spcPts val="600"/>
              </a:spcBef>
              <a:spcAft>
                <a:spcPts val="0"/>
              </a:spcAft>
              <a:buSzPct val="76000"/>
              <a:buNone/>
            </a:pPr>
            <a:r>
              <a:rPr lang="en-GB"/>
              <a:t>&lt;a href="search.php"&gt;Search&lt;/a&gt;</a:t>
            </a:r>
            <a:endParaRPr/>
          </a:p>
          <a:p>
            <a:pPr indent="0" lvl="0" marL="0" rtl="0" algn="l">
              <a:spcBef>
                <a:spcPts val="600"/>
              </a:spcBef>
              <a:spcAft>
                <a:spcPts val="0"/>
              </a:spcAft>
              <a:buSzPct val="76000"/>
              <a:buNone/>
            </a:pPr>
            <a:r>
              <a:rPr lang="en-GB"/>
              <a:t>&lt;/body&gt;</a:t>
            </a:r>
            <a:endParaRPr/>
          </a:p>
          <a:p>
            <a:pPr indent="0" lvl="0" marL="0" rtl="0" algn="l">
              <a:spcBef>
                <a:spcPts val="600"/>
              </a:spcBef>
              <a:spcAft>
                <a:spcPts val="0"/>
              </a:spcAft>
              <a:buSzPct val="76000"/>
              <a:buNone/>
            </a:pPr>
            <a:r>
              <a:rPr lang="en-GB"/>
              <a:t>&lt;/html&gt;</a:t>
            </a:r>
            <a:endParaRPr/>
          </a:p>
          <a:p>
            <a:pPr indent="0" lvl="0" marL="0" rtl="0" algn="l">
              <a:spcBef>
                <a:spcPts val="600"/>
              </a:spcBef>
              <a:spcAft>
                <a:spcPts val="0"/>
              </a:spcAft>
              <a:buSzPct val="76000"/>
              <a:buNone/>
            </a:pPr>
            <a:r>
              <a:rPr lang="en-GB"/>
              <a:t>&lt;?php</a:t>
            </a:r>
            <a:endParaRPr/>
          </a:p>
          <a:p>
            <a:pPr indent="0" lvl="0" marL="0" rtl="0" algn="l">
              <a:spcBef>
                <a:spcPts val="600"/>
              </a:spcBef>
              <a:spcAft>
                <a:spcPts val="0"/>
              </a:spcAft>
              <a:buSzPct val="76000"/>
              <a:buNone/>
            </a:pPr>
            <a:r>
              <a:rPr lang="en-GB"/>
              <a:t>} else {</a:t>
            </a:r>
            <a:endParaRPr/>
          </a:p>
          <a:p>
            <a:pPr indent="0" lvl="0" marL="0" rtl="0" algn="l">
              <a:spcBef>
                <a:spcPts val="600"/>
              </a:spcBef>
              <a:spcAft>
                <a:spcPts val="0"/>
              </a:spcAft>
              <a:buSzPct val="76000"/>
              <a:buNone/>
            </a:pPr>
            <a:r>
              <a:rPr lang="en-GB"/>
              <a:t>header("Location: login.php");</a:t>
            </a:r>
            <a:endParaRPr/>
          </a:p>
          <a:p>
            <a:pPr indent="0" lvl="0" marL="0" rtl="0" algn="l">
              <a:spcBef>
                <a:spcPts val="600"/>
              </a:spcBef>
              <a:spcAft>
                <a:spcPts val="0"/>
              </a:spcAft>
              <a:buSzPct val="76000"/>
              <a:buNone/>
            </a:pPr>
            <a:r>
              <a:rPr lang="en-GB"/>
              <a:t>}</a:t>
            </a:r>
            <a:endParaRPr/>
          </a:p>
          <a:p>
            <a:pPr indent="0" lvl="0" marL="0" rtl="0" algn="l">
              <a:spcBef>
                <a:spcPts val="600"/>
              </a:spcBef>
              <a:spcAft>
                <a:spcPts val="0"/>
              </a:spcAft>
              <a:buSzPct val="76000"/>
              <a:buNone/>
            </a:pPr>
            <a:r>
              <a:rPr lang="en-GB"/>
              <a:t>?&gt;</a:t>
            </a:r>
            <a:endParaRPr/>
          </a:p>
        </p:txBody>
      </p:sp>
      <p:pic>
        <p:nvPicPr>
          <p:cNvPr id="247" name="Google Shape;247;p21"/>
          <p:cNvPicPr preferRelativeResize="0"/>
          <p:nvPr/>
        </p:nvPicPr>
        <p:blipFill rotWithShape="1">
          <a:blip r:embed="rId3">
            <a:alphaModFix/>
          </a:blip>
          <a:srcRect b="0" l="0" r="0" t="0"/>
          <a:stretch/>
        </p:blipFill>
        <p:spPr>
          <a:xfrm>
            <a:off x="7467600" y="4876800"/>
            <a:ext cx="1402102" cy="1509713"/>
          </a:xfrm>
          <a:prstGeom prst="rect">
            <a:avLst/>
          </a:prstGeom>
          <a:noFill/>
          <a:ln>
            <a:noFill/>
          </a:ln>
        </p:spPr>
      </p:pic>
      <p:sp>
        <p:nvSpPr>
          <p:cNvPr id="248" name="Google Shape;248;p21"/>
          <p:cNvSpPr/>
          <p:nvPr/>
        </p:nvSpPr>
        <p:spPr>
          <a:xfrm>
            <a:off x="4191000" y="4038600"/>
            <a:ext cx="2819400" cy="2057400"/>
          </a:xfrm>
          <a:prstGeom prst="wedgeEllipseCallout">
            <a:avLst>
              <a:gd fmla="val 62377" name="adj1"/>
              <a:gd fmla="val 18953" name="adj2"/>
            </a:avLst>
          </a:prstGeom>
          <a:solidFill>
            <a:schemeClr val="accent1"/>
          </a:solidFill>
          <a:ln cap="flat" cmpd="sng" w="19050">
            <a:solidFill>
              <a:srgbClr val="535A7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chemeClr val="lt1"/>
                </a:solidFill>
                <a:latin typeface="Gill Sans"/>
                <a:ea typeface="Gill Sans"/>
                <a:cs typeface="Gill Sans"/>
                <a:sym typeface="Gill Sans"/>
              </a:rPr>
              <a:t>Save as </a:t>
            </a:r>
            <a:r>
              <a:rPr b="1" lang="en-GB" sz="1800">
                <a:solidFill>
                  <a:srgbClr val="FFFF00"/>
                </a:solidFill>
                <a:latin typeface="Gill Sans"/>
                <a:ea typeface="Gill Sans"/>
                <a:cs typeface="Gill Sans"/>
                <a:sym typeface="Gill Sans"/>
              </a:rPr>
              <a:t>menuAdmin.php </a:t>
            </a:r>
            <a:r>
              <a:rPr lang="en-GB" sz="1800">
                <a:solidFill>
                  <a:schemeClr val="lt1"/>
                </a:solidFill>
                <a:latin typeface="Gill Sans"/>
                <a:ea typeface="Gill Sans"/>
                <a:cs typeface="Gill Sans"/>
                <a:sym typeface="Gill Sans"/>
              </a:rPr>
              <a:t>inside </a:t>
            </a:r>
            <a:r>
              <a:rPr lang="en-GB" sz="1800">
                <a:solidFill>
                  <a:srgbClr val="FFFF00"/>
                </a:solidFill>
                <a:latin typeface="Gill Sans"/>
                <a:ea typeface="Gill Sans"/>
                <a:cs typeface="Gill Sans"/>
                <a:sym typeface="Gill Sans"/>
              </a:rPr>
              <a:t>phpweb </a:t>
            </a:r>
            <a:r>
              <a:rPr lang="en-GB" sz="1800">
                <a:solidFill>
                  <a:schemeClr val="lt1"/>
                </a:solidFill>
                <a:latin typeface="Gill Sans"/>
                <a:ea typeface="Gill Sans"/>
                <a:cs typeface="Gill Sans"/>
                <a:sym typeface="Gill Sans"/>
              </a:rPr>
              <a:t>folder</a:t>
            </a:r>
            <a:endParaRPr sz="1800">
              <a:solidFill>
                <a:schemeClr val="lt1"/>
              </a:solidFill>
              <a:latin typeface="Gill Sans"/>
              <a:ea typeface="Gill Sans"/>
              <a:cs typeface="Gill Sans"/>
              <a:sym typeface="Gill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2"/>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PHP &amp; MySQLLab Session G [1/1]</a:t>
            </a:r>
            <a:endParaRPr/>
          </a:p>
        </p:txBody>
      </p:sp>
      <p:sp>
        <p:nvSpPr>
          <p:cNvPr id="254" name="Google Shape;254;p22"/>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spcBef>
                <a:spcPts val="0"/>
              </a:spcBef>
              <a:spcAft>
                <a:spcPts val="0"/>
              </a:spcAft>
              <a:buSzPct val="76000"/>
              <a:buNone/>
            </a:pPr>
            <a:r>
              <a:rPr lang="en-GB"/>
              <a:t>&lt;?php</a:t>
            </a:r>
            <a:endParaRPr/>
          </a:p>
          <a:p>
            <a:pPr indent="0" lvl="0" marL="0" rtl="0" algn="l">
              <a:spcBef>
                <a:spcPts val="600"/>
              </a:spcBef>
              <a:spcAft>
                <a:spcPts val="0"/>
              </a:spcAft>
              <a:buSzPct val="76000"/>
              <a:buNone/>
            </a:pPr>
            <a:r>
              <a:rPr lang="en-GB"/>
              <a:t>session_start();</a:t>
            </a:r>
            <a:endParaRPr/>
          </a:p>
          <a:p>
            <a:pPr indent="0" lvl="0" marL="0" rtl="0" algn="l">
              <a:spcBef>
                <a:spcPts val="600"/>
              </a:spcBef>
              <a:spcAft>
                <a:spcPts val="0"/>
              </a:spcAft>
              <a:buSzPct val="76000"/>
              <a:buNone/>
            </a:pPr>
            <a:r>
              <a:rPr lang="en-GB"/>
              <a:t>if(isset($_SESSION['username'])){</a:t>
            </a:r>
            <a:endParaRPr/>
          </a:p>
          <a:p>
            <a:pPr indent="0" lvl="0" marL="0" rtl="0" algn="l">
              <a:spcBef>
                <a:spcPts val="600"/>
              </a:spcBef>
              <a:spcAft>
                <a:spcPts val="0"/>
              </a:spcAft>
              <a:buSzPct val="76000"/>
              <a:buNone/>
            </a:pPr>
            <a:r>
              <a:rPr lang="en-GB"/>
              <a:t>?&gt;</a:t>
            </a:r>
            <a:endParaRPr/>
          </a:p>
          <a:p>
            <a:pPr indent="0" lvl="0" marL="0" rtl="0" algn="l">
              <a:spcBef>
                <a:spcPts val="600"/>
              </a:spcBef>
              <a:spcAft>
                <a:spcPts val="0"/>
              </a:spcAft>
              <a:buSzPct val="76000"/>
              <a:buNone/>
            </a:pPr>
            <a:r>
              <a:rPr lang="en-GB"/>
              <a:t>&lt;html&gt;</a:t>
            </a:r>
            <a:endParaRPr/>
          </a:p>
          <a:p>
            <a:pPr indent="0" lvl="0" marL="0" rtl="0" algn="l">
              <a:spcBef>
                <a:spcPts val="600"/>
              </a:spcBef>
              <a:spcAft>
                <a:spcPts val="0"/>
              </a:spcAft>
              <a:buSzPct val="76000"/>
              <a:buNone/>
            </a:pPr>
            <a:r>
              <a:rPr lang="en-GB"/>
              <a:t>&lt;body&gt;</a:t>
            </a:r>
            <a:endParaRPr/>
          </a:p>
          <a:p>
            <a:pPr indent="0" lvl="0" marL="0" rtl="0" algn="l">
              <a:spcBef>
                <a:spcPts val="600"/>
              </a:spcBef>
              <a:spcAft>
                <a:spcPts val="0"/>
              </a:spcAft>
              <a:buSzPct val="76000"/>
              <a:buNone/>
            </a:pPr>
            <a:r>
              <a:rPr lang="en-GB"/>
              <a:t>Hi, &lt;?php echo $_SESSION['username']; ?&gt; [&lt;a href="logout.php"&gt;Logout&lt;/a&gt;]</a:t>
            </a:r>
            <a:endParaRPr/>
          </a:p>
          <a:p>
            <a:pPr indent="0" lvl="0" marL="0" rtl="0" algn="l">
              <a:spcBef>
                <a:spcPts val="600"/>
              </a:spcBef>
              <a:spcAft>
                <a:spcPts val="0"/>
              </a:spcAft>
              <a:buSzPct val="76000"/>
              <a:buNone/>
            </a:pPr>
            <a:r>
              <a:rPr lang="en-GB"/>
              <a:t>&lt;/body&gt;</a:t>
            </a:r>
            <a:endParaRPr/>
          </a:p>
          <a:p>
            <a:pPr indent="0" lvl="0" marL="0" rtl="0" algn="l">
              <a:spcBef>
                <a:spcPts val="600"/>
              </a:spcBef>
              <a:spcAft>
                <a:spcPts val="0"/>
              </a:spcAft>
              <a:buSzPct val="76000"/>
              <a:buNone/>
            </a:pPr>
            <a:r>
              <a:rPr lang="en-GB"/>
              <a:t>&lt;/html&gt;</a:t>
            </a:r>
            <a:endParaRPr/>
          </a:p>
          <a:p>
            <a:pPr indent="0" lvl="0" marL="0" rtl="0" algn="l">
              <a:spcBef>
                <a:spcPts val="600"/>
              </a:spcBef>
              <a:spcAft>
                <a:spcPts val="0"/>
              </a:spcAft>
              <a:buSzPct val="76000"/>
              <a:buNone/>
            </a:pPr>
            <a:r>
              <a:rPr lang="en-GB"/>
              <a:t>&lt;?php</a:t>
            </a:r>
            <a:endParaRPr/>
          </a:p>
          <a:p>
            <a:pPr indent="0" lvl="0" marL="0" rtl="0" algn="l">
              <a:spcBef>
                <a:spcPts val="600"/>
              </a:spcBef>
              <a:spcAft>
                <a:spcPts val="0"/>
              </a:spcAft>
              <a:buSzPct val="76000"/>
              <a:buNone/>
            </a:pPr>
            <a:r>
              <a:rPr lang="en-GB"/>
              <a:t>} else {</a:t>
            </a:r>
            <a:endParaRPr/>
          </a:p>
          <a:p>
            <a:pPr indent="0" lvl="0" marL="0" rtl="0" algn="l">
              <a:spcBef>
                <a:spcPts val="600"/>
              </a:spcBef>
              <a:spcAft>
                <a:spcPts val="0"/>
              </a:spcAft>
              <a:buSzPct val="76000"/>
              <a:buNone/>
            </a:pPr>
            <a:r>
              <a:rPr lang="en-GB"/>
              <a:t>header("Location: login.php");</a:t>
            </a:r>
            <a:endParaRPr/>
          </a:p>
          <a:p>
            <a:pPr indent="0" lvl="0" marL="0" rtl="0" algn="l">
              <a:spcBef>
                <a:spcPts val="600"/>
              </a:spcBef>
              <a:spcAft>
                <a:spcPts val="0"/>
              </a:spcAft>
              <a:buSzPct val="76000"/>
              <a:buNone/>
            </a:pPr>
            <a:r>
              <a:rPr lang="en-GB"/>
              <a:t>}</a:t>
            </a:r>
            <a:endParaRPr/>
          </a:p>
          <a:p>
            <a:pPr indent="0" lvl="0" marL="0" rtl="0" algn="l">
              <a:spcBef>
                <a:spcPts val="600"/>
              </a:spcBef>
              <a:spcAft>
                <a:spcPts val="0"/>
              </a:spcAft>
              <a:buSzPct val="76000"/>
              <a:buNone/>
            </a:pPr>
            <a:r>
              <a:rPr lang="en-GB"/>
              <a:t>?&gt;</a:t>
            </a:r>
            <a:endParaRPr/>
          </a:p>
        </p:txBody>
      </p:sp>
      <p:pic>
        <p:nvPicPr>
          <p:cNvPr id="255" name="Google Shape;255;p22"/>
          <p:cNvPicPr preferRelativeResize="0"/>
          <p:nvPr/>
        </p:nvPicPr>
        <p:blipFill rotWithShape="1">
          <a:blip r:embed="rId3">
            <a:alphaModFix/>
          </a:blip>
          <a:srcRect b="0" l="0" r="0" t="0"/>
          <a:stretch/>
        </p:blipFill>
        <p:spPr>
          <a:xfrm>
            <a:off x="7315200" y="4648200"/>
            <a:ext cx="1543640" cy="1662113"/>
          </a:xfrm>
          <a:prstGeom prst="rect">
            <a:avLst/>
          </a:prstGeom>
          <a:noFill/>
          <a:ln>
            <a:noFill/>
          </a:ln>
        </p:spPr>
      </p:pic>
      <p:sp>
        <p:nvSpPr>
          <p:cNvPr id="256" name="Google Shape;256;p22"/>
          <p:cNvSpPr/>
          <p:nvPr/>
        </p:nvSpPr>
        <p:spPr>
          <a:xfrm>
            <a:off x="4419600" y="4191000"/>
            <a:ext cx="2514600" cy="1981200"/>
          </a:xfrm>
          <a:prstGeom prst="wedgeEllipseCallout">
            <a:avLst>
              <a:gd fmla="val 64015" name="adj1"/>
              <a:gd fmla="val 6090" name="adj2"/>
            </a:avLst>
          </a:prstGeom>
          <a:solidFill>
            <a:schemeClr val="accent1"/>
          </a:solidFill>
          <a:ln cap="flat" cmpd="sng" w="19050">
            <a:solidFill>
              <a:srgbClr val="535A7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chemeClr val="lt1"/>
                </a:solidFill>
                <a:latin typeface="Gill Sans"/>
                <a:ea typeface="Gill Sans"/>
                <a:cs typeface="Gill Sans"/>
                <a:sym typeface="Gill Sans"/>
              </a:rPr>
              <a:t>Save as </a:t>
            </a:r>
            <a:r>
              <a:rPr b="1" lang="en-GB" sz="1800">
                <a:solidFill>
                  <a:srgbClr val="FFFF00"/>
                </a:solidFill>
                <a:latin typeface="Gill Sans"/>
                <a:ea typeface="Gill Sans"/>
                <a:cs typeface="Gill Sans"/>
                <a:sym typeface="Gill Sans"/>
              </a:rPr>
              <a:t>menu.php </a:t>
            </a:r>
            <a:r>
              <a:rPr lang="en-GB" sz="1800">
                <a:solidFill>
                  <a:schemeClr val="lt1"/>
                </a:solidFill>
                <a:latin typeface="Gill Sans"/>
                <a:ea typeface="Gill Sans"/>
                <a:cs typeface="Gill Sans"/>
                <a:sym typeface="Gill Sans"/>
              </a:rPr>
              <a:t>inside </a:t>
            </a:r>
            <a:r>
              <a:rPr lang="en-GB" sz="1800">
                <a:solidFill>
                  <a:srgbClr val="FFFF00"/>
                </a:solidFill>
                <a:latin typeface="Gill Sans"/>
                <a:ea typeface="Gill Sans"/>
                <a:cs typeface="Gill Sans"/>
                <a:sym typeface="Gill Sans"/>
              </a:rPr>
              <a:t>phpweb </a:t>
            </a:r>
            <a:r>
              <a:rPr lang="en-GB" sz="1800">
                <a:solidFill>
                  <a:schemeClr val="lt1"/>
                </a:solidFill>
                <a:latin typeface="Gill Sans"/>
                <a:ea typeface="Gill Sans"/>
                <a:cs typeface="Gill Sans"/>
                <a:sym typeface="Gill Sans"/>
              </a:rPr>
              <a:t>folder</a:t>
            </a:r>
            <a:endParaRPr sz="1800">
              <a:solidFill>
                <a:schemeClr val="lt1"/>
              </a:solidFill>
              <a:latin typeface="Gill Sans"/>
              <a:ea typeface="Gill Sans"/>
              <a:cs typeface="Gill Sans"/>
              <a:sym typeface="Gill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3"/>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PHP &amp; MySQLLab Session H [1/1]</a:t>
            </a:r>
            <a:endParaRPr/>
          </a:p>
        </p:txBody>
      </p:sp>
      <p:sp>
        <p:nvSpPr>
          <p:cNvPr id="262" name="Google Shape;262;p23"/>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72"/>
              <a:buNone/>
            </a:pPr>
            <a:r>
              <a:rPr lang="en-GB" sz="2200"/>
              <a:t>&lt;?php</a:t>
            </a:r>
            <a:endParaRPr sz="2200"/>
          </a:p>
          <a:p>
            <a:pPr indent="0" lvl="0" marL="0" rtl="0" algn="l">
              <a:spcBef>
                <a:spcPts val="600"/>
              </a:spcBef>
              <a:spcAft>
                <a:spcPts val="0"/>
              </a:spcAft>
              <a:buSzPts val="1672"/>
              <a:buNone/>
            </a:pPr>
            <a:r>
              <a:rPr lang="en-GB" sz="2200"/>
              <a:t>session_start();</a:t>
            </a:r>
            <a:endParaRPr/>
          </a:p>
          <a:p>
            <a:pPr indent="0" lvl="0" marL="0" rtl="0" algn="l">
              <a:spcBef>
                <a:spcPts val="600"/>
              </a:spcBef>
              <a:spcAft>
                <a:spcPts val="0"/>
              </a:spcAft>
              <a:buSzPts val="1672"/>
              <a:buNone/>
            </a:pPr>
            <a:r>
              <a:rPr lang="en-GB" sz="2200"/>
              <a:t>session_unset();</a:t>
            </a:r>
            <a:endParaRPr/>
          </a:p>
          <a:p>
            <a:pPr indent="0" lvl="0" marL="0" rtl="0" algn="l">
              <a:spcBef>
                <a:spcPts val="600"/>
              </a:spcBef>
              <a:spcAft>
                <a:spcPts val="0"/>
              </a:spcAft>
              <a:buSzPts val="1672"/>
              <a:buNone/>
            </a:pPr>
            <a:r>
              <a:rPr lang="en-GB" sz="2200"/>
              <a:t>session_destroy();</a:t>
            </a:r>
            <a:endParaRPr/>
          </a:p>
          <a:p>
            <a:pPr indent="0" lvl="0" marL="0" rtl="0" algn="l">
              <a:spcBef>
                <a:spcPts val="600"/>
              </a:spcBef>
              <a:spcAft>
                <a:spcPts val="0"/>
              </a:spcAft>
              <a:buSzPts val="1672"/>
              <a:buNone/>
            </a:pPr>
            <a:r>
              <a:rPr lang="en-GB" sz="2200"/>
              <a:t>header("Location: login.php");</a:t>
            </a:r>
            <a:endParaRPr/>
          </a:p>
          <a:p>
            <a:pPr indent="0" lvl="0" marL="0" rtl="0" algn="l">
              <a:spcBef>
                <a:spcPts val="600"/>
              </a:spcBef>
              <a:spcAft>
                <a:spcPts val="0"/>
              </a:spcAft>
              <a:buSzPts val="1672"/>
              <a:buNone/>
            </a:pPr>
            <a:r>
              <a:rPr lang="en-GB" sz="2200"/>
              <a:t>?&gt;</a:t>
            </a:r>
            <a:endParaRPr/>
          </a:p>
        </p:txBody>
      </p:sp>
      <p:pic>
        <p:nvPicPr>
          <p:cNvPr id="263" name="Google Shape;263;p23"/>
          <p:cNvPicPr preferRelativeResize="0"/>
          <p:nvPr/>
        </p:nvPicPr>
        <p:blipFill rotWithShape="1">
          <a:blip r:embed="rId3">
            <a:alphaModFix/>
          </a:blip>
          <a:srcRect b="0" l="0" r="0" t="0"/>
          <a:stretch/>
        </p:blipFill>
        <p:spPr>
          <a:xfrm>
            <a:off x="7315200" y="4724400"/>
            <a:ext cx="1472871" cy="1585913"/>
          </a:xfrm>
          <a:prstGeom prst="rect">
            <a:avLst/>
          </a:prstGeom>
          <a:noFill/>
          <a:ln>
            <a:noFill/>
          </a:ln>
        </p:spPr>
      </p:pic>
      <p:sp>
        <p:nvSpPr>
          <p:cNvPr id="264" name="Google Shape;264;p23"/>
          <p:cNvSpPr/>
          <p:nvPr/>
        </p:nvSpPr>
        <p:spPr>
          <a:xfrm>
            <a:off x="4038600" y="3810000"/>
            <a:ext cx="2133600" cy="2286000"/>
          </a:xfrm>
          <a:prstGeom prst="wedgeEllipseCallout">
            <a:avLst>
              <a:gd fmla="val 97782" name="adj1"/>
              <a:gd fmla="val 13611" name="adj2"/>
            </a:avLst>
          </a:prstGeom>
          <a:solidFill>
            <a:schemeClr val="accent1"/>
          </a:solidFill>
          <a:ln cap="flat" cmpd="sng" w="19050">
            <a:solidFill>
              <a:srgbClr val="535A7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chemeClr val="lt1"/>
                </a:solidFill>
                <a:latin typeface="Gill Sans"/>
                <a:ea typeface="Gill Sans"/>
                <a:cs typeface="Gill Sans"/>
                <a:sym typeface="Gill Sans"/>
              </a:rPr>
              <a:t>Save as </a:t>
            </a:r>
            <a:r>
              <a:rPr b="1" lang="en-GB" sz="1800">
                <a:solidFill>
                  <a:srgbClr val="FFFF00"/>
                </a:solidFill>
                <a:latin typeface="Gill Sans"/>
                <a:ea typeface="Gill Sans"/>
                <a:cs typeface="Gill Sans"/>
                <a:sym typeface="Gill Sans"/>
              </a:rPr>
              <a:t>logout.php </a:t>
            </a:r>
            <a:r>
              <a:rPr lang="en-GB" sz="1800">
                <a:solidFill>
                  <a:schemeClr val="lt1"/>
                </a:solidFill>
                <a:latin typeface="Gill Sans"/>
                <a:ea typeface="Gill Sans"/>
                <a:cs typeface="Gill Sans"/>
                <a:sym typeface="Gill Sans"/>
              </a:rPr>
              <a:t>inside </a:t>
            </a:r>
            <a:r>
              <a:rPr lang="en-GB" sz="1800">
                <a:solidFill>
                  <a:srgbClr val="FFFF00"/>
                </a:solidFill>
                <a:latin typeface="Gill Sans"/>
                <a:ea typeface="Gill Sans"/>
                <a:cs typeface="Gill Sans"/>
                <a:sym typeface="Gill Sans"/>
              </a:rPr>
              <a:t>phpweb </a:t>
            </a:r>
            <a:r>
              <a:rPr lang="en-GB" sz="1800">
                <a:solidFill>
                  <a:schemeClr val="lt1"/>
                </a:solidFill>
                <a:latin typeface="Gill Sans"/>
                <a:ea typeface="Gill Sans"/>
                <a:cs typeface="Gill Sans"/>
                <a:sym typeface="Gill Sans"/>
              </a:rPr>
              <a:t>folder</a:t>
            </a:r>
            <a:endParaRPr sz="1800">
              <a:solidFill>
                <a:schemeClr val="lt1"/>
              </a:solidFill>
              <a:latin typeface="Gill Sans"/>
              <a:ea typeface="Gill Sans"/>
              <a:cs typeface="Gill Sans"/>
              <a:sym typeface="Gill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24"/>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Testing your code…</a:t>
            </a:r>
            <a:endParaRPr/>
          </a:p>
        </p:txBody>
      </p:sp>
      <p:sp>
        <p:nvSpPr>
          <p:cNvPr id="270" name="Google Shape;270;p24"/>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Char char="🞂"/>
            </a:pPr>
            <a:r>
              <a:rPr lang="en-GB"/>
              <a:t>Launch a web browser</a:t>
            </a:r>
            <a:endParaRPr/>
          </a:p>
          <a:p>
            <a:pPr indent="-274320" lvl="0" marL="274320" rtl="0" algn="l">
              <a:spcBef>
                <a:spcPts val="600"/>
              </a:spcBef>
              <a:spcAft>
                <a:spcPts val="0"/>
              </a:spcAft>
              <a:buSzPts val="1976"/>
              <a:buChar char="🞂"/>
            </a:pPr>
            <a:r>
              <a:rPr lang="en-GB"/>
              <a:t>Type in: </a:t>
            </a:r>
            <a:r>
              <a:rPr lang="en-GB">
                <a:solidFill>
                  <a:srgbClr val="0070C0"/>
                </a:solidFill>
              </a:rPr>
              <a:t>http://localhost/phpweb/login.php</a:t>
            </a:r>
            <a:endParaRPr>
              <a:solidFill>
                <a:srgbClr val="0070C0"/>
              </a:solidFill>
            </a:endParaRPr>
          </a:p>
          <a:p>
            <a:pPr indent="-274320" lvl="0" marL="274320" rtl="0" algn="l">
              <a:spcBef>
                <a:spcPts val="600"/>
              </a:spcBef>
              <a:spcAft>
                <a:spcPts val="0"/>
              </a:spcAft>
              <a:buSzPts val="1976"/>
              <a:buChar char="🞂"/>
            </a:pPr>
            <a:r>
              <a:rPr lang="en-GB"/>
              <a:t>You should see an HTML form</a:t>
            </a:r>
            <a:endParaRPr/>
          </a:p>
          <a:p>
            <a:pPr indent="-274320" lvl="0" marL="274320" rtl="0" algn="l">
              <a:spcBef>
                <a:spcPts val="600"/>
              </a:spcBef>
              <a:spcAft>
                <a:spcPts val="0"/>
              </a:spcAft>
              <a:buSzPts val="1976"/>
              <a:buChar char="🞂"/>
            </a:pPr>
            <a:r>
              <a:rPr lang="en-GB"/>
              <a:t>Enter username and password</a:t>
            </a:r>
            <a:endParaRPr/>
          </a:p>
          <a:p>
            <a:pPr indent="-274320" lvl="0" marL="274320" rtl="0" algn="l">
              <a:spcBef>
                <a:spcPts val="600"/>
              </a:spcBef>
              <a:spcAft>
                <a:spcPts val="0"/>
              </a:spcAft>
              <a:buSzPts val="1976"/>
              <a:buChar char="🞂"/>
            </a:pPr>
            <a:r>
              <a:rPr lang="en-GB"/>
              <a:t>Hit Login button</a:t>
            </a:r>
            <a:endParaRPr/>
          </a:p>
          <a:p>
            <a:pPr indent="-274320" lvl="0" marL="274320" rtl="0" algn="l">
              <a:spcBef>
                <a:spcPts val="600"/>
              </a:spcBef>
              <a:spcAft>
                <a:spcPts val="0"/>
              </a:spcAft>
              <a:buSzPts val="1976"/>
              <a:buChar char="🞂"/>
            </a:pPr>
            <a:r>
              <a:rPr lang="en-GB"/>
              <a:t>If </a:t>
            </a:r>
            <a:r>
              <a:rPr b="1" lang="en-GB"/>
              <a:t>successful</a:t>
            </a:r>
            <a:r>
              <a:rPr lang="en-GB"/>
              <a:t>, you should see “Login Success” message</a:t>
            </a:r>
            <a:endParaRPr/>
          </a:p>
          <a:p>
            <a:pPr indent="0" lvl="0" marL="0" rtl="0" algn="l">
              <a:spcBef>
                <a:spcPts val="600"/>
              </a:spcBef>
              <a:spcAft>
                <a:spcPts val="0"/>
              </a:spcAft>
              <a:buSzPts val="1976"/>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5"/>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Break…</a:t>
            </a:r>
            <a:endParaRPr/>
          </a:p>
        </p:txBody>
      </p:sp>
      <p:pic>
        <p:nvPicPr>
          <p:cNvPr id="276" name="Google Shape;276;p25"/>
          <p:cNvPicPr preferRelativeResize="0"/>
          <p:nvPr>
            <p:ph idx="1" type="body"/>
          </p:nvPr>
        </p:nvPicPr>
        <p:blipFill rotWithShape="1">
          <a:blip r:embed="rId3">
            <a:alphaModFix/>
          </a:blip>
          <a:srcRect b="0" l="0" r="0" t="0"/>
          <a:stretch/>
        </p:blipFill>
        <p:spPr>
          <a:xfrm>
            <a:off x="3352800" y="3810000"/>
            <a:ext cx="2033882" cy="2189982"/>
          </a:xfrm>
          <a:prstGeom prst="rect">
            <a:avLst/>
          </a:prstGeom>
          <a:noFill/>
          <a:ln>
            <a:noFill/>
          </a:ln>
        </p:spPr>
      </p:pic>
      <p:sp>
        <p:nvSpPr>
          <p:cNvPr id="277" name="Google Shape;277;p25"/>
          <p:cNvSpPr/>
          <p:nvPr/>
        </p:nvSpPr>
        <p:spPr>
          <a:xfrm>
            <a:off x="762000" y="1752600"/>
            <a:ext cx="3124200" cy="2743200"/>
          </a:xfrm>
          <a:prstGeom prst="wedgeEllipseCallout">
            <a:avLst>
              <a:gd fmla="val 39477" name="adj1"/>
              <a:gd fmla="val 54419" name="adj2"/>
            </a:avLst>
          </a:prstGeom>
          <a:solidFill>
            <a:schemeClr val="accent1"/>
          </a:solidFill>
          <a:ln cap="flat" cmpd="sng" w="19050">
            <a:solidFill>
              <a:srgbClr val="535A7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chemeClr val="lt1"/>
                </a:solidFill>
                <a:latin typeface="Gill Sans"/>
                <a:ea typeface="Gill Sans"/>
                <a:cs typeface="Gill Sans"/>
                <a:sym typeface="Gill Sans"/>
              </a:rPr>
              <a:t>Ok, done with registration and login processes</a:t>
            </a:r>
            <a:endParaRPr sz="1800">
              <a:solidFill>
                <a:schemeClr val="lt1"/>
              </a:solidFill>
              <a:latin typeface="Gill Sans"/>
              <a:ea typeface="Gill Sans"/>
              <a:cs typeface="Gill Sans"/>
              <a:sym typeface="Gill Sans"/>
            </a:endParaRPr>
          </a:p>
        </p:txBody>
      </p:sp>
      <p:sp>
        <p:nvSpPr>
          <p:cNvPr id="278" name="Google Shape;278;p25"/>
          <p:cNvSpPr/>
          <p:nvPr/>
        </p:nvSpPr>
        <p:spPr>
          <a:xfrm>
            <a:off x="5257800" y="1219200"/>
            <a:ext cx="3124200" cy="2743200"/>
          </a:xfrm>
          <a:prstGeom prst="wedgeEllipseCallout">
            <a:avLst>
              <a:gd fmla="val -30589" name="adj1"/>
              <a:gd fmla="val 61153" name="adj2"/>
            </a:avLst>
          </a:prstGeom>
          <a:solidFill>
            <a:schemeClr val="accent1"/>
          </a:solidFill>
          <a:ln cap="flat" cmpd="sng" w="19050">
            <a:solidFill>
              <a:srgbClr val="535A7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chemeClr val="lt1"/>
                </a:solidFill>
                <a:latin typeface="Gill Sans"/>
                <a:ea typeface="Gill Sans"/>
                <a:cs typeface="Gill Sans"/>
                <a:sym typeface="Gill Sans"/>
              </a:rPr>
              <a:t>Next, let’s go to search process</a:t>
            </a:r>
            <a:endParaRPr sz="1800">
              <a:solidFill>
                <a:schemeClr val="lt1"/>
              </a:solidFill>
              <a:latin typeface="Gill Sans"/>
              <a:ea typeface="Gill Sans"/>
              <a:cs typeface="Gill Sans"/>
              <a:sym typeface="Gill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26"/>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PHP &amp; MySQL Lab Session I [1/5]</a:t>
            </a:r>
            <a:endParaRPr/>
          </a:p>
        </p:txBody>
      </p:sp>
      <p:sp>
        <p:nvSpPr>
          <p:cNvPr id="284" name="Google Shape;284;p26"/>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fontScale="55000" lnSpcReduction="20000"/>
          </a:bodyPr>
          <a:lstStyle/>
          <a:p>
            <a:pPr indent="0" lvl="0" marL="0" rtl="0" algn="l">
              <a:spcBef>
                <a:spcPts val="0"/>
              </a:spcBef>
              <a:spcAft>
                <a:spcPts val="0"/>
              </a:spcAft>
              <a:buSzPct val="76000"/>
              <a:buNone/>
            </a:pPr>
            <a:r>
              <a:rPr lang="en-GB"/>
              <a:t>&lt;?php</a:t>
            </a:r>
            <a:endParaRPr/>
          </a:p>
          <a:p>
            <a:pPr indent="0" lvl="0" marL="0" rtl="0" algn="l">
              <a:spcBef>
                <a:spcPts val="600"/>
              </a:spcBef>
              <a:spcAft>
                <a:spcPts val="0"/>
              </a:spcAft>
              <a:buSzPct val="76000"/>
              <a:buNone/>
            </a:pPr>
            <a:r>
              <a:rPr lang="en-GB"/>
              <a:t>session_start();</a:t>
            </a:r>
            <a:endParaRPr/>
          </a:p>
          <a:p>
            <a:pPr indent="0" lvl="0" marL="0" rtl="0" algn="l">
              <a:spcBef>
                <a:spcPts val="600"/>
              </a:spcBef>
              <a:spcAft>
                <a:spcPts val="0"/>
              </a:spcAft>
              <a:buSzPct val="76000"/>
              <a:buNone/>
            </a:pPr>
            <a:r>
              <a:rPr lang="en-GB"/>
              <a:t>if(isset($_SESSION['username']) &amp;&amp; $_SESSION['username'] == "Administrator"){</a:t>
            </a:r>
            <a:endParaRPr/>
          </a:p>
          <a:p>
            <a:pPr indent="0" lvl="0" marL="0" rtl="0" algn="l">
              <a:spcBef>
                <a:spcPts val="600"/>
              </a:spcBef>
              <a:spcAft>
                <a:spcPts val="0"/>
              </a:spcAft>
              <a:buSzPct val="76000"/>
              <a:buNone/>
            </a:pPr>
            <a:r>
              <a:rPr lang="en-GB"/>
              <a:t>?&gt;</a:t>
            </a:r>
            <a:endParaRPr/>
          </a:p>
          <a:p>
            <a:pPr indent="0" lvl="0" marL="0" rtl="0" algn="l">
              <a:spcBef>
                <a:spcPts val="600"/>
              </a:spcBef>
              <a:spcAft>
                <a:spcPts val="0"/>
              </a:spcAft>
              <a:buSzPct val="76000"/>
              <a:buNone/>
            </a:pPr>
            <a:r>
              <a:rPr lang="en-GB"/>
              <a:t>&lt;html&gt;</a:t>
            </a:r>
            <a:endParaRPr/>
          </a:p>
          <a:p>
            <a:pPr indent="0" lvl="0" marL="0" rtl="0" algn="l">
              <a:spcBef>
                <a:spcPts val="600"/>
              </a:spcBef>
              <a:spcAft>
                <a:spcPts val="0"/>
              </a:spcAft>
              <a:buSzPct val="76000"/>
              <a:buNone/>
            </a:pPr>
            <a:r>
              <a:rPr lang="en-GB"/>
              <a:t>&lt;body&gt;</a:t>
            </a:r>
            <a:endParaRPr/>
          </a:p>
          <a:p>
            <a:pPr indent="0" lvl="0" marL="0" rtl="0" algn="l">
              <a:spcBef>
                <a:spcPts val="600"/>
              </a:spcBef>
              <a:spcAft>
                <a:spcPts val="0"/>
              </a:spcAft>
              <a:buSzPct val="76000"/>
              <a:buNone/>
            </a:pPr>
            <a:r>
              <a:rPr lang="en-GB"/>
              <a:t>&lt;b&gt;Enter Student Number &lt;/b&gt;</a:t>
            </a:r>
            <a:endParaRPr/>
          </a:p>
          <a:p>
            <a:pPr indent="0" lvl="0" marL="0" rtl="0" algn="l">
              <a:spcBef>
                <a:spcPts val="600"/>
              </a:spcBef>
              <a:spcAft>
                <a:spcPts val="0"/>
              </a:spcAft>
              <a:buSzPct val="76000"/>
              <a:buNone/>
            </a:pPr>
            <a:r>
              <a:rPr lang="en-GB"/>
              <a:t>&lt;form name="form" method="post" action="search0.php"&gt;</a:t>
            </a:r>
            <a:endParaRPr/>
          </a:p>
          <a:p>
            <a:pPr indent="0" lvl="0" marL="0" rtl="0" algn="l">
              <a:spcBef>
                <a:spcPts val="600"/>
              </a:spcBef>
              <a:spcAft>
                <a:spcPts val="0"/>
              </a:spcAft>
              <a:buSzPct val="76000"/>
              <a:buNone/>
            </a:pPr>
            <a:r>
              <a:rPr lang="en-GB"/>
              <a:t>Student Number: &lt;input type="text" name="snumber"&gt;</a:t>
            </a:r>
            <a:endParaRPr/>
          </a:p>
          <a:p>
            <a:pPr indent="0" lvl="0" marL="0" rtl="0" algn="l">
              <a:spcBef>
                <a:spcPts val="600"/>
              </a:spcBef>
              <a:spcAft>
                <a:spcPts val="0"/>
              </a:spcAft>
              <a:buSzPct val="76000"/>
              <a:buNone/>
            </a:pPr>
            <a:r>
              <a:rPr lang="en-GB"/>
              <a:t>&lt;input type="submit" name="Submit" value="Search"&gt;</a:t>
            </a:r>
            <a:endParaRPr/>
          </a:p>
          <a:p>
            <a:pPr indent="0" lvl="0" marL="0" rtl="0" algn="l">
              <a:spcBef>
                <a:spcPts val="600"/>
              </a:spcBef>
              <a:spcAft>
                <a:spcPts val="0"/>
              </a:spcAft>
              <a:buSzPct val="76000"/>
              <a:buNone/>
            </a:pPr>
            <a:r>
              <a:rPr lang="en-GB"/>
              <a:t>&lt;/form&gt; </a:t>
            </a:r>
            <a:endParaRPr/>
          </a:p>
          <a:p>
            <a:pPr indent="0" lvl="0" marL="0" rtl="0" algn="l">
              <a:spcBef>
                <a:spcPts val="600"/>
              </a:spcBef>
              <a:spcAft>
                <a:spcPts val="0"/>
              </a:spcAft>
              <a:buSzPct val="76000"/>
              <a:buNone/>
            </a:pPr>
            <a:r>
              <a:rPr lang="en-GB"/>
              <a:t>&lt;/body&gt;</a:t>
            </a:r>
            <a:endParaRPr/>
          </a:p>
          <a:p>
            <a:pPr indent="0" lvl="0" marL="0" rtl="0" algn="l">
              <a:spcBef>
                <a:spcPts val="600"/>
              </a:spcBef>
              <a:spcAft>
                <a:spcPts val="0"/>
              </a:spcAft>
              <a:buSzPct val="76000"/>
              <a:buNone/>
            </a:pPr>
            <a:r>
              <a:rPr lang="en-GB"/>
              <a:t>&lt;/html&gt;</a:t>
            </a:r>
            <a:endParaRPr/>
          </a:p>
          <a:p>
            <a:pPr indent="0" lvl="0" marL="0" rtl="0" algn="l">
              <a:spcBef>
                <a:spcPts val="600"/>
              </a:spcBef>
              <a:spcAft>
                <a:spcPts val="0"/>
              </a:spcAft>
              <a:buSzPct val="76000"/>
              <a:buNone/>
            </a:pPr>
            <a:r>
              <a:rPr lang="en-GB"/>
              <a:t>&lt;?php</a:t>
            </a:r>
            <a:endParaRPr/>
          </a:p>
          <a:p>
            <a:pPr indent="0" lvl="0" marL="0" rtl="0" algn="l">
              <a:spcBef>
                <a:spcPts val="600"/>
              </a:spcBef>
              <a:spcAft>
                <a:spcPts val="0"/>
              </a:spcAft>
              <a:buSzPct val="76000"/>
              <a:buNone/>
            </a:pPr>
            <a:r>
              <a:rPr lang="en-GB"/>
              <a:t>}</a:t>
            </a:r>
            <a:endParaRPr/>
          </a:p>
          <a:p>
            <a:pPr indent="0" lvl="0" marL="0" rtl="0" algn="l">
              <a:spcBef>
                <a:spcPts val="600"/>
              </a:spcBef>
              <a:spcAft>
                <a:spcPts val="0"/>
              </a:spcAft>
              <a:buSzPct val="76000"/>
              <a:buNone/>
            </a:pPr>
            <a:r>
              <a:rPr lang="en-GB"/>
              <a:t>else{</a:t>
            </a:r>
            <a:endParaRPr/>
          </a:p>
          <a:p>
            <a:pPr indent="0" lvl="0" marL="0" rtl="0" algn="l">
              <a:spcBef>
                <a:spcPts val="600"/>
              </a:spcBef>
              <a:spcAft>
                <a:spcPts val="0"/>
              </a:spcAft>
              <a:buSzPct val="76000"/>
              <a:buNone/>
            </a:pPr>
            <a:r>
              <a:rPr lang="en-GB"/>
              <a:t>header("Location: login.php");</a:t>
            </a:r>
            <a:endParaRPr/>
          </a:p>
          <a:p>
            <a:pPr indent="0" lvl="0" marL="0" rtl="0" algn="l">
              <a:spcBef>
                <a:spcPts val="600"/>
              </a:spcBef>
              <a:spcAft>
                <a:spcPts val="0"/>
              </a:spcAft>
              <a:buSzPct val="76000"/>
              <a:buNone/>
            </a:pPr>
            <a:r>
              <a:rPr lang="en-GB"/>
              <a:t>}</a:t>
            </a:r>
            <a:endParaRPr/>
          </a:p>
          <a:p>
            <a:pPr indent="0" lvl="0" marL="0" rtl="0" algn="l">
              <a:spcBef>
                <a:spcPts val="600"/>
              </a:spcBef>
              <a:spcAft>
                <a:spcPts val="0"/>
              </a:spcAft>
              <a:buSzPct val="76000"/>
              <a:buNone/>
            </a:pPr>
            <a:r>
              <a:rPr lang="en-GB"/>
              <a:t>?&gt;</a:t>
            </a:r>
            <a:endParaRPr/>
          </a:p>
        </p:txBody>
      </p:sp>
      <p:pic>
        <p:nvPicPr>
          <p:cNvPr id="285" name="Google Shape;285;p26"/>
          <p:cNvPicPr preferRelativeResize="0"/>
          <p:nvPr/>
        </p:nvPicPr>
        <p:blipFill rotWithShape="1">
          <a:blip r:embed="rId3">
            <a:alphaModFix/>
          </a:blip>
          <a:srcRect b="0" l="0" r="0" t="0"/>
          <a:stretch/>
        </p:blipFill>
        <p:spPr>
          <a:xfrm>
            <a:off x="7315200" y="4724400"/>
            <a:ext cx="1472871" cy="1585913"/>
          </a:xfrm>
          <a:prstGeom prst="rect">
            <a:avLst/>
          </a:prstGeom>
          <a:noFill/>
          <a:ln>
            <a:noFill/>
          </a:ln>
        </p:spPr>
      </p:pic>
      <p:sp>
        <p:nvSpPr>
          <p:cNvPr id="286" name="Google Shape;286;p26"/>
          <p:cNvSpPr/>
          <p:nvPr/>
        </p:nvSpPr>
        <p:spPr>
          <a:xfrm>
            <a:off x="4038600" y="3810000"/>
            <a:ext cx="2133600" cy="2286000"/>
          </a:xfrm>
          <a:prstGeom prst="wedgeEllipseCallout">
            <a:avLst>
              <a:gd fmla="val 97782" name="adj1"/>
              <a:gd fmla="val 13611" name="adj2"/>
            </a:avLst>
          </a:prstGeom>
          <a:solidFill>
            <a:schemeClr val="accent1"/>
          </a:solidFill>
          <a:ln cap="flat" cmpd="sng" w="19050">
            <a:solidFill>
              <a:srgbClr val="535A7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chemeClr val="lt1"/>
                </a:solidFill>
                <a:latin typeface="Gill Sans"/>
                <a:ea typeface="Gill Sans"/>
                <a:cs typeface="Gill Sans"/>
                <a:sym typeface="Gill Sans"/>
              </a:rPr>
              <a:t>Save as </a:t>
            </a:r>
            <a:r>
              <a:rPr b="1" lang="en-GB" sz="1800">
                <a:solidFill>
                  <a:srgbClr val="FFFF00"/>
                </a:solidFill>
                <a:latin typeface="Gill Sans"/>
                <a:ea typeface="Gill Sans"/>
                <a:cs typeface="Gill Sans"/>
                <a:sym typeface="Gill Sans"/>
              </a:rPr>
              <a:t>search.php </a:t>
            </a:r>
            <a:r>
              <a:rPr lang="en-GB" sz="1800">
                <a:solidFill>
                  <a:schemeClr val="lt1"/>
                </a:solidFill>
                <a:latin typeface="Gill Sans"/>
                <a:ea typeface="Gill Sans"/>
                <a:cs typeface="Gill Sans"/>
                <a:sym typeface="Gill Sans"/>
              </a:rPr>
              <a:t>inside </a:t>
            </a:r>
            <a:r>
              <a:rPr lang="en-GB" sz="1800">
                <a:solidFill>
                  <a:srgbClr val="FFFF00"/>
                </a:solidFill>
                <a:latin typeface="Gill Sans"/>
                <a:ea typeface="Gill Sans"/>
                <a:cs typeface="Gill Sans"/>
                <a:sym typeface="Gill Sans"/>
              </a:rPr>
              <a:t>phpweb </a:t>
            </a:r>
            <a:r>
              <a:rPr lang="en-GB" sz="1800">
                <a:solidFill>
                  <a:schemeClr val="lt1"/>
                </a:solidFill>
                <a:latin typeface="Gill Sans"/>
                <a:ea typeface="Gill Sans"/>
                <a:cs typeface="Gill Sans"/>
                <a:sym typeface="Gill Sans"/>
              </a:rPr>
              <a:t>folder</a:t>
            </a:r>
            <a:endParaRPr sz="1800">
              <a:solidFill>
                <a:schemeClr val="lt1"/>
              </a:solidFill>
              <a:latin typeface="Gill Sans"/>
              <a:ea typeface="Gill Sans"/>
              <a:cs typeface="Gill Sans"/>
              <a:sym typeface="Gill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7"/>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PHP &amp; MySQL Lab Session I [2/5]</a:t>
            </a:r>
            <a:endParaRPr/>
          </a:p>
        </p:txBody>
      </p:sp>
      <p:sp>
        <p:nvSpPr>
          <p:cNvPr id="292" name="Google Shape;292;p27"/>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spcBef>
                <a:spcPts val="0"/>
              </a:spcBef>
              <a:spcAft>
                <a:spcPts val="0"/>
              </a:spcAft>
              <a:buSzPct val="76000"/>
              <a:buNone/>
            </a:pPr>
            <a:r>
              <a:rPr lang="en-GB"/>
              <a:t>&lt;?php</a:t>
            </a:r>
            <a:endParaRPr/>
          </a:p>
          <a:p>
            <a:pPr indent="0" lvl="0" marL="0" rtl="0" algn="l">
              <a:spcBef>
                <a:spcPts val="600"/>
              </a:spcBef>
              <a:spcAft>
                <a:spcPts val="0"/>
              </a:spcAft>
              <a:buSzPct val="76000"/>
              <a:buNone/>
            </a:pPr>
            <a:r>
              <a:rPr lang="en-GB"/>
              <a:t>/* include db connection file*/</a:t>
            </a:r>
            <a:endParaRPr/>
          </a:p>
          <a:p>
            <a:pPr indent="0" lvl="0" marL="0" rtl="0" algn="l">
              <a:spcBef>
                <a:spcPts val="600"/>
              </a:spcBef>
              <a:spcAft>
                <a:spcPts val="0"/>
              </a:spcAft>
              <a:buSzPct val="76000"/>
              <a:buNone/>
            </a:pPr>
            <a:r>
              <a:rPr lang="en-GB"/>
              <a:t>include("dbconn.php");</a:t>
            </a:r>
            <a:endParaRPr/>
          </a:p>
          <a:p>
            <a:pPr indent="0" lvl="0" marL="0" rtl="0" algn="l">
              <a:spcBef>
                <a:spcPts val="600"/>
              </a:spcBef>
              <a:spcAft>
                <a:spcPts val="0"/>
              </a:spcAft>
              <a:buSzPct val="76000"/>
              <a:buNone/>
            </a:pPr>
            <a:r>
              <a:rPr lang="en-GB"/>
              <a:t>/* capture student number */</a:t>
            </a:r>
            <a:endParaRPr/>
          </a:p>
          <a:p>
            <a:pPr indent="0" lvl="0" marL="0" rtl="0" algn="l">
              <a:spcBef>
                <a:spcPts val="600"/>
              </a:spcBef>
              <a:spcAft>
                <a:spcPts val="0"/>
              </a:spcAft>
              <a:buSzPct val="76000"/>
              <a:buNone/>
            </a:pPr>
            <a:r>
              <a:rPr lang="en-GB"/>
              <a:t>$number = $_POST['snumber'];</a:t>
            </a:r>
            <a:endParaRPr/>
          </a:p>
          <a:p>
            <a:pPr indent="0" lvl="0" marL="0" rtl="0" algn="l">
              <a:spcBef>
                <a:spcPts val="600"/>
              </a:spcBef>
              <a:spcAft>
                <a:spcPts val="0"/>
              </a:spcAft>
              <a:buSzPct val="76000"/>
              <a:buNone/>
            </a:pPr>
            <a:r>
              <a:rPr lang="en-GB"/>
              <a:t>/* execute SQL statement */</a:t>
            </a:r>
            <a:endParaRPr/>
          </a:p>
          <a:p>
            <a:pPr indent="0" lvl="0" marL="0" rtl="0" algn="l">
              <a:spcBef>
                <a:spcPts val="600"/>
              </a:spcBef>
              <a:spcAft>
                <a:spcPts val="0"/>
              </a:spcAft>
              <a:buSzPct val="76000"/>
              <a:buNone/>
            </a:pPr>
            <a:r>
              <a:rPr lang="en-GB"/>
              <a:t>$sql= "SELECT * FROM student </a:t>
            </a:r>
            <a:endParaRPr/>
          </a:p>
          <a:p>
            <a:pPr indent="0" lvl="0" marL="0" rtl="0" algn="l">
              <a:spcBef>
                <a:spcPts val="600"/>
              </a:spcBef>
              <a:spcAft>
                <a:spcPts val="0"/>
              </a:spcAft>
              <a:buSzPct val="76000"/>
              <a:buNone/>
            </a:pPr>
            <a:r>
              <a:rPr lang="en-GB"/>
              <a:t>WHERE studentnumber= $number";</a:t>
            </a:r>
            <a:endParaRPr/>
          </a:p>
          <a:p>
            <a:pPr indent="0" lvl="0" marL="0" rtl="0" algn="l">
              <a:spcBef>
                <a:spcPts val="600"/>
              </a:spcBef>
              <a:spcAft>
                <a:spcPts val="0"/>
              </a:spcAft>
              <a:buSzPct val="76000"/>
              <a:buNone/>
            </a:pPr>
            <a:r>
              <a:rPr lang="en-GB"/>
              <a:t>$query = mysqli_query($dbconn, $sql) or die ("Error: " . mysqli_error());</a:t>
            </a:r>
            <a:endParaRPr/>
          </a:p>
          <a:p>
            <a:pPr indent="0" lvl="0" marL="0" rtl="0" algn="l">
              <a:spcBef>
                <a:spcPts val="600"/>
              </a:spcBef>
              <a:spcAft>
                <a:spcPts val="0"/>
              </a:spcAft>
              <a:buSzPct val="76000"/>
              <a:buNone/>
            </a:pPr>
            <a:r>
              <a:rPr lang="en-GB"/>
              <a:t>$row = mysqli_num_rows($query);</a:t>
            </a:r>
            <a:endParaRPr/>
          </a:p>
          <a:p>
            <a:pPr indent="0" lvl="0" marL="0" rtl="0" algn="l">
              <a:spcBef>
                <a:spcPts val="600"/>
              </a:spcBef>
              <a:spcAft>
                <a:spcPts val="0"/>
              </a:spcAft>
              <a:buSzPct val="76000"/>
              <a:buNone/>
            </a:pPr>
            <a:r>
              <a:rPr lang="en-GB"/>
              <a:t>//continue next slide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8"/>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PHP &amp; MySQL Lab Session I [3/5]</a:t>
            </a:r>
            <a:endParaRPr/>
          </a:p>
        </p:txBody>
      </p:sp>
      <p:sp>
        <p:nvSpPr>
          <p:cNvPr id="298" name="Google Shape;298;p28"/>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spcBef>
                <a:spcPts val="0"/>
              </a:spcBef>
              <a:spcAft>
                <a:spcPts val="0"/>
              </a:spcAft>
              <a:buSzPct val="76000"/>
              <a:buNone/>
            </a:pPr>
            <a:r>
              <a:rPr lang="en-GB"/>
              <a:t>//continue from previous slide</a:t>
            </a:r>
            <a:endParaRPr/>
          </a:p>
          <a:p>
            <a:pPr indent="0" lvl="0" marL="0" rtl="0" algn="l">
              <a:spcBef>
                <a:spcPts val="600"/>
              </a:spcBef>
              <a:spcAft>
                <a:spcPts val="0"/>
              </a:spcAft>
              <a:buSzPct val="76000"/>
              <a:buNone/>
            </a:pPr>
            <a:r>
              <a:rPr lang="en-GB"/>
              <a:t>if($row == 0){</a:t>
            </a:r>
            <a:endParaRPr/>
          </a:p>
          <a:p>
            <a:pPr indent="0" lvl="0" marL="0" rtl="0" algn="l">
              <a:spcBef>
                <a:spcPts val="600"/>
              </a:spcBef>
              <a:spcAft>
                <a:spcPts val="0"/>
              </a:spcAft>
              <a:buSzPct val="76000"/>
              <a:buNone/>
            </a:pPr>
            <a:r>
              <a:rPr lang="en-GB"/>
              <a:t>echo "No record found";</a:t>
            </a:r>
            <a:endParaRPr/>
          </a:p>
          <a:p>
            <a:pPr indent="0" lvl="0" marL="0" rtl="0" algn="l">
              <a:spcBef>
                <a:spcPts val="600"/>
              </a:spcBef>
              <a:spcAft>
                <a:spcPts val="0"/>
              </a:spcAft>
              <a:buSzPct val="76000"/>
              <a:buNone/>
            </a:pPr>
            <a:r>
              <a:rPr lang="en-GB"/>
              <a:t>}</a:t>
            </a:r>
            <a:endParaRPr/>
          </a:p>
          <a:p>
            <a:pPr indent="0" lvl="0" marL="0" rtl="0" algn="l">
              <a:spcBef>
                <a:spcPts val="600"/>
              </a:spcBef>
              <a:spcAft>
                <a:spcPts val="0"/>
              </a:spcAft>
              <a:buSzPct val="76000"/>
              <a:buNone/>
            </a:pPr>
            <a:r>
              <a:rPr lang="en-GB"/>
              <a:t>else{</a:t>
            </a:r>
            <a:endParaRPr/>
          </a:p>
          <a:p>
            <a:pPr indent="0" lvl="0" marL="0" rtl="0" algn="l">
              <a:spcBef>
                <a:spcPts val="600"/>
              </a:spcBef>
              <a:spcAft>
                <a:spcPts val="0"/>
              </a:spcAft>
              <a:buSzPct val="76000"/>
              <a:buNone/>
            </a:pPr>
            <a:r>
              <a:rPr lang="en-GB"/>
              <a:t>$r = mysqli_fetch_assoc($query);</a:t>
            </a:r>
            <a:endParaRPr/>
          </a:p>
          <a:p>
            <a:pPr indent="0" lvl="0" marL="0" rtl="0" algn="l">
              <a:spcBef>
                <a:spcPts val="600"/>
              </a:spcBef>
              <a:spcAft>
                <a:spcPts val="0"/>
              </a:spcAft>
              <a:buSzPct val="76000"/>
              <a:buNone/>
            </a:pPr>
            <a:r>
              <a:rPr lang="en-GB"/>
              <a:t>$studentid= $r['studentid'];</a:t>
            </a:r>
            <a:endParaRPr/>
          </a:p>
          <a:p>
            <a:pPr indent="0" lvl="0" marL="0" rtl="0" algn="l">
              <a:spcBef>
                <a:spcPts val="600"/>
              </a:spcBef>
              <a:spcAft>
                <a:spcPts val="0"/>
              </a:spcAft>
              <a:buSzPct val="76000"/>
              <a:buNone/>
            </a:pPr>
            <a:r>
              <a:rPr lang="en-GB"/>
              <a:t>$studentnumber= $r['studentnumber'];</a:t>
            </a:r>
            <a:endParaRPr/>
          </a:p>
          <a:p>
            <a:pPr indent="0" lvl="0" marL="0" rtl="0" algn="l">
              <a:spcBef>
                <a:spcPts val="600"/>
              </a:spcBef>
              <a:spcAft>
                <a:spcPts val="0"/>
              </a:spcAft>
              <a:buSzPct val="76000"/>
              <a:buNone/>
            </a:pPr>
            <a:r>
              <a:rPr lang="en-GB"/>
              <a:t>$studentname= $r['studentname'];</a:t>
            </a:r>
            <a:endParaRPr/>
          </a:p>
          <a:p>
            <a:pPr indent="0" lvl="0" marL="0" rtl="0" algn="l">
              <a:spcBef>
                <a:spcPts val="600"/>
              </a:spcBef>
              <a:spcAft>
                <a:spcPts val="0"/>
              </a:spcAft>
              <a:buSzPct val="76000"/>
              <a:buNone/>
            </a:pPr>
            <a:r>
              <a:rPr lang="en-GB"/>
              <a:t>$studentpassword= $r['studentpassword'];</a:t>
            </a:r>
            <a:endParaRPr/>
          </a:p>
          <a:p>
            <a:pPr indent="0" lvl="0" marL="0" rtl="0" algn="l">
              <a:spcBef>
                <a:spcPts val="600"/>
              </a:spcBef>
              <a:spcAft>
                <a:spcPts val="0"/>
              </a:spcAft>
              <a:buSzPct val="76000"/>
              <a:buNone/>
            </a:pPr>
            <a:r>
              <a:rPr lang="en-GB"/>
              <a:t>?&gt;</a:t>
            </a:r>
            <a:endParaRPr/>
          </a:p>
          <a:p>
            <a:pPr indent="0" lvl="0" marL="0" rtl="0" algn="l">
              <a:spcBef>
                <a:spcPts val="600"/>
              </a:spcBef>
              <a:spcAft>
                <a:spcPts val="0"/>
              </a:spcAft>
              <a:buSzPct val="76000"/>
              <a:buNone/>
            </a:pPr>
            <a:r>
              <a:rPr lang="en-GB"/>
              <a:t>//continue next slide</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29"/>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PHP &amp; MySQL Lab Session I [4/5]</a:t>
            </a:r>
            <a:endParaRPr/>
          </a:p>
        </p:txBody>
      </p:sp>
      <p:sp>
        <p:nvSpPr>
          <p:cNvPr id="304" name="Google Shape;304;p29"/>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spcBef>
                <a:spcPts val="0"/>
              </a:spcBef>
              <a:spcAft>
                <a:spcPts val="0"/>
              </a:spcAft>
              <a:buSzPct val="76000"/>
              <a:buNone/>
            </a:pPr>
            <a:r>
              <a:rPr lang="en-GB"/>
              <a:t>//continue from previous slide</a:t>
            </a:r>
            <a:endParaRPr/>
          </a:p>
          <a:p>
            <a:pPr indent="0" lvl="0" marL="0" rtl="0" algn="l">
              <a:spcBef>
                <a:spcPts val="600"/>
              </a:spcBef>
              <a:spcAft>
                <a:spcPts val="0"/>
              </a:spcAft>
              <a:buSzPct val="76000"/>
              <a:buNone/>
            </a:pPr>
            <a:r>
              <a:rPr lang="en-GB"/>
              <a:t>&lt;html&gt;</a:t>
            </a:r>
            <a:endParaRPr/>
          </a:p>
          <a:p>
            <a:pPr indent="0" lvl="0" marL="0" rtl="0" algn="l">
              <a:spcBef>
                <a:spcPts val="600"/>
              </a:spcBef>
              <a:spcAft>
                <a:spcPts val="0"/>
              </a:spcAft>
              <a:buSzPct val="76000"/>
              <a:buNone/>
            </a:pPr>
            <a:r>
              <a:rPr lang="en-GB"/>
              <a:t>&lt;body&gt;</a:t>
            </a:r>
            <a:endParaRPr/>
          </a:p>
          <a:p>
            <a:pPr indent="0" lvl="0" marL="0" rtl="0" algn="l">
              <a:spcBef>
                <a:spcPts val="600"/>
              </a:spcBef>
              <a:spcAft>
                <a:spcPts val="0"/>
              </a:spcAft>
              <a:buSzPct val="76000"/>
              <a:buNone/>
            </a:pPr>
            <a:r>
              <a:rPr lang="en-GB"/>
              <a:t>&lt;form name="form" method="post" action="process0.php"&gt;</a:t>
            </a:r>
            <a:endParaRPr/>
          </a:p>
          <a:p>
            <a:pPr indent="0" lvl="0" marL="0" rtl="0" algn="l">
              <a:spcBef>
                <a:spcPts val="600"/>
              </a:spcBef>
              <a:spcAft>
                <a:spcPts val="0"/>
              </a:spcAft>
              <a:buSzPct val="76000"/>
              <a:buNone/>
            </a:pPr>
            <a:r>
              <a:rPr lang="en-GB"/>
              <a:t>ID:&lt;input type="text" name="id" value="&lt;?php echo $studentid; ?&gt;"&gt;&lt;br&gt;</a:t>
            </a:r>
            <a:endParaRPr/>
          </a:p>
          <a:p>
            <a:pPr indent="0" lvl="0" marL="0" rtl="0" algn="l">
              <a:spcBef>
                <a:spcPts val="600"/>
              </a:spcBef>
              <a:spcAft>
                <a:spcPts val="0"/>
              </a:spcAft>
              <a:buSzPct val="76000"/>
              <a:buNone/>
            </a:pPr>
            <a:r>
              <a:rPr lang="en-GB"/>
              <a:t>Student number:&lt;input type="text" name="num" value="&lt;?php echo $studentnumber; ?&gt;"&gt;&lt;br&gt;</a:t>
            </a:r>
            <a:endParaRPr/>
          </a:p>
          <a:p>
            <a:pPr indent="0" lvl="0" marL="0" rtl="0" algn="l">
              <a:spcBef>
                <a:spcPts val="600"/>
              </a:spcBef>
              <a:spcAft>
                <a:spcPts val="0"/>
              </a:spcAft>
              <a:buSzPct val="76000"/>
              <a:buNone/>
            </a:pPr>
            <a:r>
              <a:rPr lang="en-GB"/>
              <a:t>Name:&lt;input type="text" name= "name" value="&lt;?php echo $studentname; ?&gt;"&gt;&lt;br&gt;</a:t>
            </a:r>
            <a:endParaRPr/>
          </a:p>
          <a:p>
            <a:pPr indent="0" lvl="0" marL="0" rtl="0" algn="l">
              <a:spcBef>
                <a:spcPts val="600"/>
              </a:spcBef>
              <a:spcAft>
                <a:spcPts val="0"/>
              </a:spcAft>
              <a:buSzPct val="76000"/>
              <a:buNone/>
            </a:pPr>
            <a:r>
              <a:rPr lang="en-GB"/>
              <a:t>Password:&lt;input type="password" name= "password" value="&lt;?php echo $studentpassword; ?&gt;"&gt;&lt;br&gt;</a:t>
            </a:r>
            <a:endParaRPr/>
          </a:p>
          <a:p>
            <a:pPr indent="0" lvl="0" marL="0" rtl="0" algn="l">
              <a:spcBef>
                <a:spcPts val="600"/>
              </a:spcBef>
              <a:spcAft>
                <a:spcPts val="0"/>
              </a:spcAft>
              <a:buSzPct val="76000"/>
              <a:buNone/>
            </a:pPr>
            <a:r>
              <a:rPr lang="en-GB"/>
              <a:t>&lt;input type="submit" name="Update" value="Update"&gt;</a:t>
            </a:r>
            <a:endParaRPr/>
          </a:p>
          <a:p>
            <a:pPr indent="0" lvl="0" marL="0" rtl="0" algn="l">
              <a:spcBef>
                <a:spcPts val="600"/>
              </a:spcBef>
              <a:spcAft>
                <a:spcPts val="0"/>
              </a:spcAft>
              <a:buSzPct val="76000"/>
              <a:buNone/>
            </a:pPr>
            <a:r>
              <a:rPr lang="en-GB"/>
              <a:t>&lt;input type="submit" name="Delete" value="Delete"&gt;</a:t>
            </a:r>
            <a:endParaRPr/>
          </a:p>
          <a:p>
            <a:pPr indent="0" lvl="0" marL="0" rtl="0" algn="l">
              <a:spcBef>
                <a:spcPts val="600"/>
              </a:spcBef>
              <a:spcAft>
                <a:spcPts val="0"/>
              </a:spcAft>
              <a:buSzPct val="76000"/>
              <a:buNone/>
            </a:pPr>
            <a:r>
              <a:rPr lang="en-GB"/>
              <a:t>&lt;/form&gt;</a:t>
            </a:r>
            <a:endParaRPr/>
          </a:p>
          <a:p>
            <a:pPr indent="0" lvl="0" marL="0" rtl="0" algn="l">
              <a:spcBef>
                <a:spcPts val="600"/>
              </a:spcBef>
              <a:spcAft>
                <a:spcPts val="0"/>
              </a:spcAft>
              <a:buSzPct val="76000"/>
              <a:buNone/>
            </a:pPr>
            <a:r>
              <a:rPr lang="en-GB"/>
              <a:t>//continue next slide</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30"/>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PHP &amp; MySQL Lab Session I [1/5]</a:t>
            </a:r>
            <a:endParaRPr/>
          </a:p>
        </p:txBody>
      </p:sp>
      <p:sp>
        <p:nvSpPr>
          <p:cNvPr id="310" name="Google Shape;310;p30"/>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976"/>
              <a:buNone/>
            </a:pPr>
            <a:r>
              <a:rPr lang="en-GB"/>
              <a:t>//continue from previous slide</a:t>
            </a:r>
            <a:endParaRPr/>
          </a:p>
          <a:p>
            <a:pPr indent="0" lvl="0" marL="0" rtl="0" algn="l">
              <a:spcBef>
                <a:spcPts val="600"/>
              </a:spcBef>
              <a:spcAft>
                <a:spcPts val="0"/>
              </a:spcAft>
              <a:buSzPts val="1976"/>
              <a:buNone/>
            </a:pPr>
            <a:r>
              <a:rPr lang="en-GB"/>
              <a:t>&lt;/body&gt;</a:t>
            </a:r>
            <a:endParaRPr/>
          </a:p>
          <a:p>
            <a:pPr indent="0" lvl="0" marL="0" rtl="0" algn="l">
              <a:spcBef>
                <a:spcPts val="600"/>
              </a:spcBef>
              <a:spcAft>
                <a:spcPts val="0"/>
              </a:spcAft>
              <a:buSzPts val="1976"/>
              <a:buNone/>
            </a:pPr>
            <a:r>
              <a:rPr lang="en-GB"/>
              <a:t>&lt;/html&gt;</a:t>
            </a:r>
            <a:endParaRPr/>
          </a:p>
          <a:p>
            <a:pPr indent="0" lvl="0" marL="0" rtl="0" algn="l">
              <a:spcBef>
                <a:spcPts val="600"/>
              </a:spcBef>
              <a:spcAft>
                <a:spcPts val="0"/>
              </a:spcAft>
              <a:buSzPts val="1976"/>
              <a:buNone/>
            </a:pPr>
            <a:r>
              <a:rPr lang="en-GB"/>
              <a:t>&lt;?php</a:t>
            </a:r>
            <a:endParaRPr/>
          </a:p>
          <a:p>
            <a:pPr indent="0" lvl="0" marL="0" rtl="0" algn="l">
              <a:spcBef>
                <a:spcPts val="600"/>
              </a:spcBef>
              <a:spcAft>
                <a:spcPts val="0"/>
              </a:spcAft>
              <a:buSzPts val="1976"/>
              <a:buNone/>
            </a:pPr>
            <a:r>
              <a:rPr lang="en-GB"/>
              <a:t>}</a:t>
            </a:r>
            <a:endParaRPr/>
          </a:p>
          <a:p>
            <a:pPr indent="0" lvl="0" marL="0" rtl="0" algn="l">
              <a:spcBef>
                <a:spcPts val="600"/>
              </a:spcBef>
              <a:spcAft>
                <a:spcPts val="0"/>
              </a:spcAft>
              <a:buSzPts val="1976"/>
              <a:buNone/>
            </a:pPr>
            <a:r>
              <a:rPr lang="en-GB"/>
              <a:t>mysqli_close($dbconn);</a:t>
            </a:r>
            <a:endParaRPr/>
          </a:p>
          <a:p>
            <a:pPr indent="0" lvl="0" marL="0" rtl="0" algn="l">
              <a:spcBef>
                <a:spcPts val="600"/>
              </a:spcBef>
              <a:spcAft>
                <a:spcPts val="0"/>
              </a:spcAft>
              <a:buSzPts val="1976"/>
              <a:buNone/>
            </a:pPr>
            <a:r>
              <a:rPr lang="en-GB"/>
              <a:t>?&gt;</a:t>
            </a:r>
            <a:endParaRPr/>
          </a:p>
        </p:txBody>
      </p:sp>
      <p:pic>
        <p:nvPicPr>
          <p:cNvPr id="311" name="Google Shape;311;p30"/>
          <p:cNvPicPr preferRelativeResize="0"/>
          <p:nvPr/>
        </p:nvPicPr>
        <p:blipFill rotWithShape="1">
          <a:blip r:embed="rId3">
            <a:alphaModFix/>
          </a:blip>
          <a:srcRect b="0" l="0" r="0" t="0"/>
          <a:stretch/>
        </p:blipFill>
        <p:spPr>
          <a:xfrm>
            <a:off x="7315200" y="4724400"/>
            <a:ext cx="1472871" cy="1585913"/>
          </a:xfrm>
          <a:prstGeom prst="rect">
            <a:avLst/>
          </a:prstGeom>
          <a:noFill/>
          <a:ln>
            <a:noFill/>
          </a:ln>
        </p:spPr>
      </p:pic>
      <p:sp>
        <p:nvSpPr>
          <p:cNvPr id="312" name="Google Shape;312;p30"/>
          <p:cNvSpPr/>
          <p:nvPr/>
        </p:nvSpPr>
        <p:spPr>
          <a:xfrm>
            <a:off x="4038600" y="3810000"/>
            <a:ext cx="2133600" cy="2286000"/>
          </a:xfrm>
          <a:prstGeom prst="wedgeEllipseCallout">
            <a:avLst>
              <a:gd fmla="val 97782" name="adj1"/>
              <a:gd fmla="val 13611" name="adj2"/>
            </a:avLst>
          </a:prstGeom>
          <a:solidFill>
            <a:schemeClr val="accent1"/>
          </a:solidFill>
          <a:ln cap="flat" cmpd="sng" w="19050">
            <a:solidFill>
              <a:srgbClr val="535A7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chemeClr val="lt1"/>
                </a:solidFill>
                <a:latin typeface="Gill Sans"/>
                <a:ea typeface="Gill Sans"/>
                <a:cs typeface="Gill Sans"/>
                <a:sym typeface="Gill Sans"/>
              </a:rPr>
              <a:t>Save as </a:t>
            </a:r>
            <a:r>
              <a:rPr b="1" lang="en-GB" sz="1800">
                <a:solidFill>
                  <a:srgbClr val="FFFF00"/>
                </a:solidFill>
                <a:latin typeface="Gill Sans"/>
                <a:ea typeface="Gill Sans"/>
                <a:cs typeface="Gill Sans"/>
                <a:sym typeface="Gill Sans"/>
              </a:rPr>
              <a:t>search0.php </a:t>
            </a:r>
            <a:r>
              <a:rPr lang="en-GB" sz="1800">
                <a:solidFill>
                  <a:schemeClr val="lt1"/>
                </a:solidFill>
                <a:latin typeface="Gill Sans"/>
                <a:ea typeface="Gill Sans"/>
                <a:cs typeface="Gill Sans"/>
                <a:sym typeface="Gill Sans"/>
              </a:rPr>
              <a:t>inside </a:t>
            </a:r>
            <a:r>
              <a:rPr lang="en-GB" sz="1800">
                <a:solidFill>
                  <a:srgbClr val="FFFF00"/>
                </a:solidFill>
                <a:latin typeface="Gill Sans"/>
                <a:ea typeface="Gill Sans"/>
                <a:cs typeface="Gill Sans"/>
                <a:sym typeface="Gill Sans"/>
              </a:rPr>
              <a:t>phpweb </a:t>
            </a:r>
            <a:r>
              <a:rPr lang="en-GB" sz="1800">
                <a:solidFill>
                  <a:schemeClr val="lt1"/>
                </a:solidFill>
                <a:latin typeface="Gill Sans"/>
                <a:ea typeface="Gill Sans"/>
                <a:cs typeface="Gill Sans"/>
                <a:sym typeface="Gill Sans"/>
              </a:rPr>
              <a:t>folder</a:t>
            </a:r>
            <a:endParaRPr sz="1800">
              <a:solidFill>
                <a:schemeClr val="lt1"/>
              </a:solidFill>
              <a:latin typeface="Gill Sans"/>
              <a:ea typeface="Gill Sans"/>
              <a:cs typeface="Gill Sans"/>
              <a:sym typeface="Gill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31"/>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Break…</a:t>
            </a:r>
            <a:endParaRPr/>
          </a:p>
        </p:txBody>
      </p:sp>
      <p:sp>
        <p:nvSpPr>
          <p:cNvPr id="318" name="Google Shape;318;p31"/>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976"/>
              <a:buNone/>
            </a:pPr>
            <a:r>
              <a:t/>
            </a:r>
            <a:endParaRPr/>
          </a:p>
        </p:txBody>
      </p:sp>
      <p:pic>
        <p:nvPicPr>
          <p:cNvPr id="319" name="Google Shape;319;p31"/>
          <p:cNvPicPr preferRelativeResize="0"/>
          <p:nvPr/>
        </p:nvPicPr>
        <p:blipFill rotWithShape="1">
          <a:blip r:embed="rId3">
            <a:alphaModFix/>
          </a:blip>
          <a:srcRect b="0" l="0" r="0" t="0"/>
          <a:stretch/>
        </p:blipFill>
        <p:spPr>
          <a:xfrm>
            <a:off x="3352800" y="3810000"/>
            <a:ext cx="2033882" cy="2189982"/>
          </a:xfrm>
          <a:prstGeom prst="rect">
            <a:avLst/>
          </a:prstGeom>
          <a:noFill/>
          <a:ln>
            <a:noFill/>
          </a:ln>
        </p:spPr>
      </p:pic>
      <p:sp>
        <p:nvSpPr>
          <p:cNvPr id="320" name="Google Shape;320;p31"/>
          <p:cNvSpPr/>
          <p:nvPr/>
        </p:nvSpPr>
        <p:spPr>
          <a:xfrm>
            <a:off x="762000" y="2590800"/>
            <a:ext cx="3124200" cy="1905000"/>
          </a:xfrm>
          <a:prstGeom prst="wedgeEllipseCallout">
            <a:avLst>
              <a:gd fmla="val 39477" name="adj1"/>
              <a:gd fmla="val 54419" name="adj2"/>
            </a:avLst>
          </a:prstGeom>
          <a:solidFill>
            <a:schemeClr val="accent1"/>
          </a:solidFill>
          <a:ln cap="flat" cmpd="sng" w="19050">
            <a:solidFill>
              <a:srgbClr val="535A7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chemeClr val="lt1"/>
                </a:solidFill>
                <a:latin typeface="Gill Sans"/>
                <a:ea typeface="Gill Sans"/>
                <a:cs typeface="Gill Sans"/>
                <a:sym typeface="Gill Sans"/>
              </a:rPr>
              <a:t>Ok, done with registration and login processes</a:t>
            </a:r>
            <a:endParaRPr sz="1800">
              <a:solidFill>
                <a:schemeClr val="lt1"/>
              </a:solidFill>
              <a:latin typeface="Gill Sans"/>
              <a:ea typeface="Gill Sans"/>
              <a:cs typeface="Gill Sans"/>
              <a:sym typeface="Gill Sans"/>
            </a:endParaRPr>
          </a:p>
        </p:txBody>
      </p:sp>
      <p:sp>
        <p:nvSpPr>
          <p:cNvPr id="321" name="Google Shape;321;p31"/>
          <p:cNvSpPr/>
          <p:nvPr/>
        </p:nvSpPr>
        <p:spPr>
          <a:xfrm>
            <a:off x="5255491" y="2971799"/>
            <a:ext cx="3124200" cy="1821873"/>
          </a:xfrm>
          <a:prstGeom prst="wedgeEllipseCallout">
            <a:avLst>
              <a:gd fmla="val -39458" name="adj1"/>
              <a:gd fmla="val 57097" name="adj2"/>
            </a:avLst>
          </a:prstGeom>
          <a:solidFill>
            <a:schemeClr val="accent1"/>
          </a:solidFill>
          <a:ln cap="flat" cmpd="sng" w="19050">
            <a:solidFill>
              <a:srgbClr val="535A7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chemeClr val="lt1"/>
                </a:solidFill>
                <a:latin typeface="Gill Sans"/>
                <a:ea typeface="Gill Sans"/>
                <a:cs typeface="Gill Sans"/>
                <a:sym typeface="Gill Sans"/>
              </a:rPr>
              <a:t>Simply create a menu page using Notepad / Dreamweaver</a:t>
            </a:r>
            <a:endParaRPr sz="1800">
              <a:solidFill>
                <a:schemeClr val="lt1"/>
              </a:solidFill>
              <a:latin typeface="Gill Sans"/>
              <a:ea typeface="Gill Sans"/>
              <a:cs typeface="Gill Sans"/>
              <a:sym typeface="Gill Sans"/>
            </a:endParaRPr>
          </a:p>
        </p:txBody>
      </p:sp>
      <p:sp>
        <p:nvSpPr>
          <p:cNvPr id="322" name="Google Shape;322;p31"/>
          <p:cNvSpPr/>
          <p:nvPr/>
        </p:nvSpPr>
        <p:spPr>
          <a:xfrm>
            <a:off x="3385127" y="990600"/>
            <a:ext cx="3124200" cy="2209800"/>
          </a:xfrm>
          <a:prstGeom prst="wedgeEllipseCallout">
            <a:avLst>
              <a:gd fmla="val -12555" name="adj1"/>
              <a:gd fmla="val 73274" name="adj2"/>
            </a:avLst>
          </a:prstGeom>
          <a:solidFill>
            <a:schemeClr val="accent1"/>
          </a:solidFill>
          <a:ln cap="flat" cmpd="sng" w="19050">
            <a:solidFill>
              <a:srgbClr val="535A7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chemeClr val="lt1"/>
                </a:solidFill>
                <a:latin typeface="Gill Sans"/>
                <a:ea typeface="Gill Sans"/>
                <a:cs typeface="Gill Sans"/>
                <a:sym typeface="Gill Sans"/>
              </a:rPr>
              <a:t>Next, let’s go to update and delete processes</a:t>
            </a:r>
            <a:endParaRPr sz="1800">
              <a:solidFill>
                <a:schemeClr val="lt1"/>
              </a:solidFill>
              <a:latin typeface="Gill Sans"/>
              <a:ea typeface="Gill Sans"/>
              <a:cs typeface="Gill Sans"/>
              <a:sym typeface="Gill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32"/>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PHP &amp; MySQL Lab Session J [1/2]</a:t>
            </a:r>
            <a:endParaRPr/>
          </a:p>
        </p:txBody>
      </p:sp>
      <p:sp>
        <p:nvSpPr>
          <p:cNvPr id="328" name="Google Shape;328;p32"/>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spcBef>
                <a:spcPts val="0"/>
              </a:spcBef>
              <a:spcAft>
                <a:spcPts val="0"/>
              </a:spcAft>
              <a:buSzPct val="76000"/>
              <a:buNone/>
            </a:pPr>
            <a:r>
              <a:rPr lang="en-GB"/>
              <a:t>&lt;?php</a:t>
            </a:r>
            <a:endParaRPr/>
          </a:p>
          <a:p>
            <a:pPr indent="0" lvl="0" marL="0" rtl="0" algn="l">
              <a:spcBef>
                <a:spcPts val="600"/>
              </a:spcBef>
              <a:spcAft>
                <a:spcPts val="0"/>
              </a:spcAft>
              <a:buSzPct val="76000"/>
              <a:buNone/>
            </a:pPr>
            <a:r>
              <a:rPr lang="en-GB"/>
              <a:t>/* include db connection file */</a:t>
            </a:r>
            <a:endParaRPr/>
          </a:p>
          <a:p>
            <a:pPr indent="0" lvl="0" marL="0" rtl="0" algn="l">
              <a:spcBef>
                <a:spcPts val="600"/>
              </a:spcBef>
              <a:spcAft>
                <a:spcPts val="0"/>
              </a:spcAft>
              <a:buSzPct val="76000"/>
              <a:buNone/>
            </a:pPr>
            <a:r>
              <a:rPr lang="en-GB"/>
              <a:t>include("dbconn.php");</a:t>
            </a:r>
            <a:endParaRPr/>
          </a:p>
          <a:p>
            <a:pPr indent="0" lvl="0" marL="0" rtl="0" algn="l">
              <a:spcBef>
                <a:spcPts val="600"/>
              </a:spcBef>
              <a:spcAft>
                <a:spcPts val="0"/>
              </a:spcAft>
              <a:buSzPct val="76000"/>
              <a:buNone/>
            </a:pPr>
            <a:r>
              <a:rPr lang="en-GB"/>
              <a:t>/* update process */</a:t>
            </a:r>
            <a:endParaRPr/>
          </a:p>
          <a:p>
            <a:pPr indent="0" lvl="0" marL="0" rtl="0" algn="l">
              <a:spcBef>
                <a:spcPts val="600"/>
              </a:spcBef>
              <a:spcAft>
                <a:spcPts val="0"/>
              </a:spcAft>
              <a:buSzPct val="76000"/>
              <a:buNone/>
            </a:pPr>
            <a:r>
              <a:rPr lang="en-GB"/>
              <a:t>if(isset($_POST['Update'])){</a:t>
            </a:r>
            <a:endParaRPr/>
          </a:p>
          <a:p>
            <a:pPr indent="0" lvl="0" marL="0" rtl="0" algn="l">
              <a:spcBef>
                <a:spcPts val="600"/>
              </a:spcBef>
              <a:spcAft>
                <a:spcPts val="0"/>
              </a:spcAft>
              <a:buSzPct val="76000"/>
              <a:buNone/>
            </a:pPr>
            <a:r>
              <a:rPr lang="en-GB"/>
              <a:t>$id = $_POST['id'];</a:t>
            </a:r>
            <a:endParaRPr/>
          </a:p>
          <a:p>
            <a:pPr indent="0" lvl="0" marL="0" rtl="0" algn="l">
              <a:spcBef>
                <a:spcPts val="600"/>
              </a:spcBef>
              <a:spcAft>
                <a:spcPts val="0"/>
              </a:spcAft>
              <a:buSzPct val="76000"/>
              <a:buNone/>
            </a:pPr>
            <a:r>
              <a:rPr lang="en-GB"/>
              <a:t>$name = $_POST['name'];</a:t>
            </a:r>
            <a:endParaRPr/>
          </a:p>
          <a:p>
            <a:pPr indent="0" lvl="0" marL="0" rtl="0" algn="l">
              <a:spcBef>
                <a:spcPts val="600"/>
              </a:spcBef>
              <a:spcAft>
                <a:spcPts val="0"/>
              </a:spcAft>
              <a:buSzPct val="76000"/>
              <a:buNone/>
            </a:pPr>
            <a:r>
              <a:rPr lang="en-GB"/>
              <a:t>$password = $_POST['password'];</a:t>
            </a:r>
            <a:endParaRPr/>
          </a:p>
          <a:p>
            <a:pPr indent="0" lvl="0" marL="0" rtl="0" algn="l">
              <a:spcBef>
                <a:spcPts val="600"/>
              </a:spcBef>
              <a:spcAft>
                <a:spcPts val="0"/>
              </a:spcAft>
              <a:buSzPct val="76000"/>
              <a:buNone/>
            </a:pPr>
            <a:r>
              <a:rPr lang="en-GB"/>
              <a:t>$sql= "UPDATE student SET studentname= '$name', studentpassword= '$password' WHERE studentid= $id";</a:t>
            </a:r>
            <a:endParaRPr/>
          </a:p>
          <a:p>
            <a:pPr indent="0" lvl="0" marL="0" rtl="0" algn="l">
              <a:spcBef>
                <a:spcPts val="600"/>
              </a:spcBef>
              <a:spcAft>
                <a:spcPts val="0"/>
              </a:spcAft>
              <a:buSzPct val="76000"/>
              <a:buNone/>
            </a:pPr>
            <a:r>
              <a:rPr lang="en-GB"/>
              <a:t>$query = mysqli_query($dbconn, $sql) or die ("Error: " . mysql_error());</a:t>
            </a:r>
            <a:endParaRPr/>
          </a:p>
          <a:p>
            <a:pPr indent="0" lvl="0" marL="0" rtl="0" algn="l">
              <a:spcBef>
                <a:spcPts val="600"/>
              </a:spcBef>
              <a:spcAft>
                <a:spcPts val="0"/>
              </a:spcAft>
              <a:buSzPct val="76000"/>
              <a:buNone/>
            </a:pPr>
            <a:r>
              <a:rPr lang="en-GB"/>
              <a:t>echo "Update success";</a:t>
            </a:r>
            <a:endParaRPr/>
          </a:p>
          <a:p>
            <a:pPr indent="0" lvl="0" marL="0" rtl="0" algn="l">
              <a:spcBef>
                <a:spcPts val="600"/>
              </a:spcBef>
              <a:spcAft>
                <a:spcPts val="0"/>
              </a:spcAft>
              <a:buSzPct val="76000"/>
              <a:buNone/>
            </a:pPr>
            <a:r>
              <a:rPr lang="en-GB"/>
              <a:t>} //continue next slide</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33"/>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PHP &amp; MySQL Lab Session J [2/2]</a:t>
            </a:r>
            <a:endParaRPr/>
          </a:p>
        </p:txBody>
      </p:sp>
      <p:sp>
        <p:nvSpPr>
          <p:cNvPr id="334" name="Google Shape;334;p33"/>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SzPts val="1976"/>
              <a:buNone/>
            </a:pPr>
            <a:r>
              <a:rPr lang="en-GB"/>
              <a:t>/* delete process */</a:t>
            </a:r>
            <a:endParaRPr/>
          </a:p>
          <a:p>
            <a:pPr indent="0" lvl="0" marL="0" rtl="0" algn="l">
              <a:spcBef>
                <a:spcPts val="600"/>
              </a:spcBef>
              <a:spcAft>
                <a:spcPts val="0"/>
              </a:spcAft>
              <a:buSzPts val="1976"/>
              <a:buNone/>
            </a:pPr>
            <a:r>
              <a:rPr lang="en-GB"/>
              <a:t>if(isset($_POST['Delete'])){</a:t>
            </a:r>
            <a:endParaRPr/>
          </a:p>
          <a:p>
            <a:pPr indent="0" lvl="0" marL="0" rtl="0" algn="l">
              <a:spcBef>
                <a:spcPts val="600"/>
              </a:spcBef>
              <a:spcAft>
                <a:spcPts val="0"/>
              </a:spcAft>
              <a:buSzPts val="1976"/>
              <a:buNone/>
            </a:pPr>
            <a:r>
              <a:rPr lang="en-GB"/>
              <a:t>$id = $_POST['id'];</a:t>
            </a:r>
            <a:endParaRPr/>
          </a:p>
          <a:p>
            <a:pPr indent="0" lvl="0" marL="0" rtl="0" algn="l">
              <a:spcBef>
                <a:spcPts val="600"/>
              </a:spcBef>
              <a:spcAft>
                <a:spcPts val="0"/>
              </a:spcAft>
              <a:buSzPts val="1976"/>
              <a:buNone/>
            </a:pPr>
            <a:r>
              <a:rPr lang="en-GB"/>
              <a:t>$sql= "DELETE FROM student WHERE studentid= $id";</a:t>
            </a:r>
            <a:endParaRPr/>
          </a:p>
          <a:p>
            <a:pPr indent="0" lvl="0" marL="0" rtl="0" algn="l">
              <a:spcBef>
                <a:spcPts val="600"/>
              </a:spcBef>
              <a:spcAft>
                <a:spcPts val="0"/>
              </a:spcAft>
              <a:buSzPts val="1976"/>
              <a:buNone/>
            </a:pPr>
            <a:r>
              <a:rPr lang="en-GB"/>
              <a:t>$query = mysqli_query($dbconn, $sql) or die ("Error: " . mysqli_error($dbconn));</a:t>
            </a:r>
            <a:endParaRPr/>
          </a:p>
          <a:p>
            <a:pPr indent="0" lvl="0" marL="0" rtl="0" algn="l">
              <a:spcBef>
                <a:spcPts val="600"/>
              </a:spcBef>
              <a:spcAft>
                <a:spcPts val="0"/>
              </a:spcAft>
              <a:buSzPts val="1976"/>
              <a:buNone/>
            </a:pPr>
            <a:r>
              <a:rPr lang="en-GB"/>
              <a:t>echo "Delete success";</a:t>
            </a:r>
            <a:endParaRPr/>
          </a:p>
          <a:p>
            <a:pPr indent="0" lvl="0" marL="0" rtl="0" algn="l">
              <a:spcBef>
                <a:spcPts val="600"/>
              </a:spcBef>
              <a:spcAft>
                <a:spcPts val="0"/>
              </a:spcAft>
              <a:buSzPts val="1976"/>
              <a:buNone/>
            </a:pPr>
            <a:r>
              <a:rPr lang="en-GB"/>
              <a:t>}</a:t>
            </a:r>
            <a:endParaRPr/>
          </a:p>
          <a:p>
            <a:pPr indent="0" lvl="0" marL="0" rtl="0" algn="l">
              <a:spcBef>
                <a:spcPts val="600"/>
              </a:spcBef>
              <a:spcAft>
                <a:spcPts val="0"/>
              </a:spcAft>
              <a:buSzPts val="1976"/>
              <a:buNone/>
            </a:pPr>
            <a:r>
              <a:rPr lang="en-GB"/>
              <a:t>/* close connection */</a:t>
            </a:r>
            <a:endParaRPr/>
          </a:p>
          <a:p>
            <a:pPr indent="0" lvl="0" marL="0" rtl="0" algn="l">
              <a:spcBef>
                <a:spcPts val="600"/>
              </a:spcBef>
              <a:spcAft>
                <a:spcPts val="0"/>
              </a:spcAft>
              <a:buSzPts val="1976"/>
              <a:buNone/>
            </a:pPr>
            <a:r>
              <a:rPr lang="en-GB"/>
              <a:t>mysqli_close($dbconn);</a:t>
            </a:r>
            <a:endParaRPr/>
          </a:p>
          <a:p>
            <a:pPr indent="0" lvl="0" marL="0" rtl="0" algn="l">
              <a:spcBef>
                <a:spcPts val="600"/>
              </a:spcBef>
              <a:spcAft>
                <a:spcPts val="0"/>
              </a:spcAft>
              <a:buSzPts val="1976"/>
              <a:buNone/>
            </a:pPr>
            <a:r>
              <a:rPr lang="en-GB"/>
              <a:t>?&gt;</a:t>
            </a:r>
            <a:endParaRPr/>
          </a:p>
        </p:txBody>
      </p:sp>
      <p:pic>
        <p:nvPicPr>
          <p:cNvPr id="335" name="Google Shape;335;p33"/>
          <p:cNvPicPr preferRelativeResize="0"/>
          <p:nvPr/>
        </p:nvPicPr>
        <p:blipFill rotWithShape="1">
          <a:blip r:embed="rId3">
            <a:alphaModFix/>
          </a:blip>
          <a:srcRect b="0" l="0" r="0" t="0"/>
          <a:stretch/>
        </p:blipFill>
        <p:spPr>
          <a:xfrm>
            <a:off x="7315200" y="4724400"/>
            <a:ext cx="1472871" cy="1585913"/>
          </a:xfrm>
          <a:prstGeom prst="rect">
            <a:avLst/>
          </a:prstGeom>
          <a:noFill/>
          <a:ln>
            <a:noFill/>
          </a:ln>
        </p:spPr>
      </p:pic>
      <p:sp>
        <p:nvSpPr>
          <p:cNvPr id="336" name="Google Shape;336;p33"/>
          <p:cNvSpPr/>
          <p:nvPr/>
        </p:nvSpPr>
        <p:spPr>
          <a:xfrm>
            <a:off x="4038600" y="3810000"/>
            <a:ext cx="2286000" cy="2286000"/>
          </a:xfrm>
          <a:prstGeom prst="wedgeEllipseCallout">
            <a:avLst>
              <a:gd fmla="val 97782" name="adj1"/>
              <a:gd fmla="val 13611" name="adj2"/>
            </a:avLst>
          </a:prstGeom>
          <a:solidFill>
            <a:schemeClr val="accent1"/>
          </a:solidFill>
          <a:ln cap="flat" cmpd="sng" w="19050">
            <a:solidFill>
              <a:srgbClr val="535A7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chemeClr val="lt1"/>
                </a:solidFill>
                <a:latin typeface="Gill Sans"/>
                <a:ea typeface="Gill Sans"/>
                <a:cs typeface="Gill Sans"/>
                <a:sym typeface="Gill Sans"/>
              </a:rPr>
              <a:t>Save as </a:t>
            </a:r>
            <a:r>
              <a:rPr b="1" lang="en-GB" sz="1800">
                <a:solidFill>
                  <a:srgbClr val="FFFF00"/>
                </a:solidFill>
                <a:latin typeface="Gill Sans"/>
                <a:ea typeface="Gill Sans"/>
                <a:cs typeface="Gill Sans"/>
                <a:sym typeface="Gill Sans"/>
              </a:rPr>
              <a:t>process0.php </a:t>
            </a:r>
            <a:r>
              <a:rPr lang="en-GB" sz="1800">
                <a:solidFill>
                  <a:schemeClr val="lt1"/>
                </a:solidFill>
                <a:latin typeface="Gill Sans"/>
                <a:ea typeface="Gill Sans"/>
                <a:cs typeface="Gill Sans"/>
                <a:sym typeface="Gill Sans"/>
              </a:rPr>
              <a:t>inside </a:t>
            </a:r>
            <a:r>
              <a:rPr lang="en-GB" sz="1800">
                <a:solidFill>
                  <a:srgbClr val="FFFF00"/>
                </a:solidFill>
                <a:latin typeface="Gill Sans"/>
                <a:ea typeface="Gill Sans"/>
                <a:cs typeface="Gill Sans"/>
                <a:sym typeface="Gill Sans"/>
              </a:rPr>
              <a:t>phpweb </a:t>
            </a:r>
            <a:r>
              <a:rPr lang="en-GB" sz="1800">
                <a:solidFill>
                  <a:schemeClr val="lt1"/>
                </a:solidFill>
                <a:latin typeface="Gill Sans"/>
                <a:ea typeface="Gill Sans"/>
                <a:cs typeface="Gill Sans"/>
                <a:sym typeface="Gill Sans"/>
              </a:rPr>
              <a:t>folder</a:t>
            </a:r>
            <a:endParaRPr sz="1800">
              <a:solidFill>
                <a:schemeClr val="lt1"/>
              </a:solidFill>
              <a:latin typeface="Gill Sans"/>
              <a:ea typeface="Gill Sans"/>
              <a:cs typeface="Gill Sans"/>
              <a:sym typeface="Gill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4"/>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Checking…</a:t>
            </a:r>
            <a:endParaRPr/>
          </a:p>
        </p:txBody>
      </p:sp>
      <p:sp>
        <p:nvSpPr>
          <p:cNvPr id="342" name="Google Shape;342;p34"/>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976"/>
              <a:buNone/>
            </a:pPr>
            <a:r>
              <a:rPr lang="en-GB"/>
              <a:t>These are PHP files that supposedly you have created during lab session</a:t>
            </a:r>
            <a:endParaRPr/>
          </a:p>
          <a:p>
            <a:pPr indent="0" lvl="0" marL="0" rtl="0" algn="l">
              <a:spcBef>
                <a:spcPts val="600"/>
              </a:spcBef>
              <a:spcAft>
                <a:spcPts val="0"/>
              </a:spcAft>
              <a:buSzPts val="1976"/>
              <a:buNone/>
            </a:pPr>
            <a:r>
              <a:rPr lang="en-GB"/>
              <a:t>a)dbconn.php</a:t>
            </a:r>
            <a:endParaRPr/>
          </a:p>
          <a:p>
            <a:pPr indent="0" lvl="0" marL="0" rtl="0" algn="l">
              <a:spcBef>
                <a:spcPts val="600"/>
              </a:spcBef>
              <a:spcAft>
                <a:spcPts val="0"/>
              </a:spcAft>
              <a:buSzPts val="1976"/>
              <a:buNone/>
            </a:pPr>
            <a:r>
              <a:rPr lang="en-GB"/>
              <a:t>b)register.php =&gt; register0.php</a:t>
            </a:r>
            <a:endParaRPr/>
          </a:p>
          <a:p>
            <a:pPr indent="0" lvl="0" marL="0" rtl="0" algn="l">
              <a:spcBef>
                <a:spcPts val="600"/>
              </a:spcBef>
              <a:spcAft>
                <a:spcPts val="0"/>
              </a:spcAft>
              <a:buSzPts val="1976"/>
              <a:buNone/>
            </a:pPr>
            <a:r>
              <a:rPr lang="en-GB"/>
              <a:t>c)login.php =&gt; login0.php =&gt; menuAdmin.php/menu.php =&gt; logout.php</a:t>
            </a:r>
            <a:endParaRPr/>
          </a:p>
          <a:p>
            <a:pPr indent="0" lvl="0" marL="0" rtl="0" algn="l">
              <a:spcBef>
                <a:spcPts val="600"/>
              </a:spcBef>
              <a:spcAft>
                <a:spcPts val="0"/>
              </a:spcAft>
              <a:buSzPts val="1976"/>
              <a:buNone/>
            </a:pPr>
            <a:r>
              <a:rPr lang="en-GB"/>
              <a:t>d)search.php =&gt; search0.php =&gt; process0.php</a:t>
            </a:r>
            <a:endParaRPr/>
          </a:p>
          <a:p>
            <a:pPr indent="-148844" lvl="0" marL="274320" rtl="0" algn="l">
              <a:spcBef>
                <a:spcPts val="600"/>
              </a:spcBef>
              <a:spcAft>
                <a:spcPts val="0"/>
              </a:spcAft>
              <a:buSzPts val="1976"/>
              <a:buNone/>
            </a:pPr>
            <a:r>
              <a:t/>
            </a:r>
            <a:endParaRPr/>
          </a:p>
          <a:p>
            <a:pPr indent="0" lvl="0" marL="0" rtl="0" algn="l">
              <a:spcBef>
                <a:spcPts val="600"/>
              </a:spcBef>
              <a:spcAft>
                <a:spcPts val="0"/>
              </a:spcAft>
              <a:buSzPts val="1976"/>
              <a:buNone/>
            </a:pPr>
            <a:r>
              <a:rPr lang="en-GB"/>
              <a:t>We’re going to use these files for next session…</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35"/>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Checking…</a:t>
            </a:r>
            <a:endParaRPr/>
          </a:p>
        </p:txBody>
      </p:sp>
      <p:sp>
        <p:nvSpPr>
          <p:cNvPr id="348" name="Google Shape;348;p35"/>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976"/>
              <a:buNone/>
            </a:pPr>
            <a:r>
              <a:rPr lang="en-GB"/>
              <a:t>1.Use mysqli_connect()or mysqli_pconnect()to establish database connection</a:t>
            </a:r>
            <a:endParaRPr/>
          </a:p>
          <a:p>
            <a:pPr indent="0" lvl="0" marL="0" rtl="0" algn="l">
              <a:spcBef>
                <a:spcPts val="600"/>
              </a:spcBef>
              <a:spcAft>
                <a:spcPts val="0"/>
              </a:spcAft>
              <a:buSzPts val="1976"/>
              <a:buNone/>
            </a:pPr>
            <a:r>
              <a:rPr lang="en-GB"/>
              <a:t>2.Use mysqli_select_db()to select database</a:t>
            </a:r>
            <a:endParaRPr/>
          </a:p>
          <a:p>
            <a:pPr indent="0" lvl="0" marL="0" rtl="0" algn="l">
              <a:spcBef>
                <a:spcPts val="600"/>
              </a:spcBef>
              <a:spcAft>
                <a:spcPts val="0"/>
              </a:spcAft>
              <a:buSzPts val="1976"/>
              <a:buNone/>
            </a:pPr>
            <a:r>
              <a:rPr lang="en-GB"/>
              <a:t>3.Use mysqli_query()to execute SQL statement</a:t>
            </a:r>
            <a:endParaRPr/>
          </a:p>
          <a:p>
            <a:pPr indent="0" lvl="0" marL="0" rtl="0" algn="l">
              <a:spcBef>
                <a:spcPts val="600"/>
              </a:spcBef>
              <a:spcAft>
                <a:spcPts val="0"/>
              </a:spcAft>
              <a:buSzPts val="1976"/>
              <a:buNone/>
            </a:pPr>
            <a:r>
              <a:rPr lang="en-GB"/>
              <a:t>4.Use mysqli_num_rows()to check data existence (use with SELECT statement)</a:t>
            </a:r>
            <a:endParaRPr/>
          </a:p>
          <a:p>
            <a:pPr indent="0" lvl="0" marL="0" rtl="0" algn="l">
              <a:spcBef>
                <a:spcPts val="600"/>
              </a:spcBef>
              <a:spcAft>
                <a:spcPts val="0"/>
              </a:spcAft>
              <a:buSzPts val="1976"/>
              <a:buNone/>
            </a:pPr>
            <a:r>
              <a:rPr lang="en-GB"/>
              <a:t>5.Use mysqli_fetch_assoc()for data retrieval</a:t>
            </a:r>
            <a:endParaRPr/>
          </a:p>
          <a:p>
            <a:pPr indent="0" lvl="0" marL="0" rtl="0" algn="l">
              <a:spcBef>
                <a:spcPts val="600"/>
              </a:spcBef>
              <a:spcAft>
                <a:spcPts val="0"/>
              </a:spcAft>
              <a:buSzPts val="1976"/>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36"/>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The End…</a:t>
            </a:r>
            <a:endParaRPr/>
          </a:p>
        </p:txBody>
      </p:sp>
      <p:pic>
        <p:nvPicPr>
          <p:cNvPr id="354" name="Google Shape;354;p36"/>
          <p:cNvPicPr preferRelativeResize="0"/>
          <p:nvPr>
            <p:ph idx="1" type="body"/>
          </p:nvPr>
        </p:nvPicPr>
        <p:blipFill rotWithShape="1">
          <a:blip r:embed="rId3">
            <a:alphaModFix/>
          </a:blip>
          <a:srcRect b="0" l="0" r="0" t="0"/>
          <a:stretch/>
        </p:blipFill>
        <p:spPr>
          <a:xfrm>
            <a:off x="2571750" y="2239962"/>
            <a:ext cx="4000500" cy="28956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7"/>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Adding jQuery to perform searching</a:t>
            </a:r>
            <a:endParaRPr/>
          </a:p>
        </p:txBody>
      </p:sp>
      <p:sp>
        <p:nvSpPr>
          <p:cNvPr id="360" name="Google Shape;360;p37"/>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Char char="🞂"/>
            </a:pPr>
            <a:r>
              <a:rPr lang="en-GB"/>
              <a:t>jQuery can be incorporated into your program to query database and return the results on-the-fly.</a:t>
            </a:r>
            <a:endParaRPr/>
          </a:p>
          <a:p>
            <a:pPr indent="-274320" lvl="0" marL="274320" rtl="0" algn="l">
              <a:spcBef>
                <a:spcPts val="600"/>
              </a:spcBef>
              <a:spcAft>
                <a:spcPts val="0"/>
              </a:spcAft>
              <a:buSzPts val="1976"/>
              <a:buChar char="🞂"/>
            </a:pPr>
            <a:r>
              <a:rPr lang="en-GB"/>
              <a:t>To do this, we have to create 2 separate files, one with a simple html file and the other is a php file that will fetch the results from the database.</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38"/>
          <p:cNvSpPr txBox="1"/>
          <p:nvPr>
            <p:ph type="title"/>
          </p:nvPr>
        </p:nvSpPr>
        <p:spPr>
          <a:xfrm>
            <a:off x="457200" y="228600"/>
            <a:ext cx="8229600" cy="9144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Creating HTML file</a:t>
            </a:r>
            <a:endParaRPr/>
          </a:p>
        </p:txBody>
      </p:sp>
      <p:sp>
        <p:nvSpPr>
          <p:cNvPr id="366" name="Google Shape;366;p38"/>
          <p:cNvSpPr txBox="1"/>
          <p:nvPr>
            <p:ph idx="1" type="body"/>
          </p:nvPr>
        </p:nvSpPr>
        <p:spPr>
          <a:xfrm>
            <a:off x="457200" y="1219200"/>
            <a:ext cx="4041648" cy="4937760"/>
          </a:xfrm>
          <a:prstGeom prst="rect">
            <a:avLst/>
          </a:prstGeom>
          <a:noFill/>
          <a:ln>
            <a:noFill/>
          </a:ln>
        </p:spPr>
        <p:txBody>
          <a:bodyPr anchorCtr="0" anchor="t" bIns="45700" lIns="91425" spcFirstLastPara="1" rIns="91425" wrap="square" tIns="45700">
            <a:normAutofit/>
          </a:bodyPr>
          <a:lstStyle/>
          <a:p>
            <a:pPr indent="-148844" lvl="0" marL="274320" rtl="0" algn="l">
              <a:spcBef>
                <a:spcPts val="0"/>
              </a:spcBef>
              <a:spcAft>
                <a:spcPts val="0"/>
              </a:spcAft>
              <a:buSzPts val="1976"/>
              <a:buNone/>
            </a:pPr>
            <a:r>
              <a:t/>
            </a:r>
            <a:endParaRPr/>
          </a:p>
        </p:txBody>
      </p:sp>
      <p:sp>
        <p:nvSpPr>
          <p:cNvPr id="367" name="Google Shape;367;p38"/>
          <p:cNvSpPr txBox="1"/>
          <p:nvPr>
            <p:ph idx="2" type="body"/>
          </p:nvPr>
        </p:nvSpPr>
        <p:spPr>
          <a:xfrm>
            <a:off x="4632198" y="1216152"/>
            <a:ext cx="4041648" cy="4937760"/>
          </a:xfrm>
          <a:prstGeom prst="rect">
            <a:avLst/>
          </a:prstGeom>
          <a:noFill/>
          <a:ln>
            <a:noFill/>
          </a:ln>
        </p:spPr>
        <p:txBody>
          <a:bodyPr anchorCtr="0" anchor="t" bIns="45700" lIns="91425" spcFirstLastPara="1" rIns="91425" wrap="square" tIns="45700">
            <a:normAutofit/>
          </a:bodyPr>
          <a:lstStyle/>
          <a:p>
            <a:pPr indent="-148844" lvl="0" marL="274320" rtl="0" algn="l">
              <a:spcBef>
                <a:spcPts val="0"/>
              </a:spcBef>
              <a:spcAft>
                <a:spcPts val="0"/>
              </a:spcAft>
              <a:buSzPts val="1976"/>
              <a:buNone/>
            </a:pPr>
            <a:r>
              <a:t/>
            </a:r>
            <a:endParaRPr/>
          </a:p>
        </p:txBody>
      </p:sp>
      <p:sp>
        <p:nvSpPr>
          <p:cNvPr id="368" name="Google Shape;368;p38"/>
          <p:cNvSpPr txBox="1"/>
          <p:nvPr/>
        </p:nvSpPr>
        <p:spPr>
          <a:xfrm>
            <a:off x="457200" y="1219200"/>
            <a:ext cx="4038600" cy="48320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400">
                <a:solidFill>
                  <a:schemeClr val="dk1"/>
                </a:solidFill>
                <a:latin typeface="Gill Sans"/>
                <a:ea typeface="Gill Sans"/>
                <a:cs typeface="Gill Sans"/>
                <a:sym typeface="Gill Sans"/>
              </a:rPr>
              <a:t>&lt;html&gt;</a:t>
            </a:r>
            <a:endParaRPr/>
          </a:p>
          <a:p>
            <a:pPr indent="0" lvl="0" marL="0" marR="0" rtl="0" algn="l">
              <a:spcBef>
                <a:spcPts val="0"/>
              </a:spcBef>
              <a:spcAft>
                <a:spcPts val="0"/>
              </a:spcAft>
              <a:buNone/>
            </a:pPr>
            <a:r>
              <a:rPr lang="en-GB" sz="1400">
                <a:solidFill>
                  <a:schemeClr val="dk1"/>
                </a:solidFill>
                <a:latin typeface="Gill Sans"/>
                <a:ea typeface="Gill Sans"/>
                <a:cs typeface="Gill Sans"/>
                <a:sym typeface="Gill Sans"/>
              </a:rPr>
              <a:t> &lt;head&gt;</a:t>
            </a:r>
            <a:endParaRPr/>
          </a:p>
          <a:p>
            <a:pPr indent="0" lvl="0" marL="0" marR="0" rtl="0" algn="l">
              <a:spcBef>
                <a:spcPts val="0"/>
              </a:spcBef>
              <a:spcAft>
                <a:spcPts val="0"/>
              </a:spcAft>
              <a:buNone/>
            </a:pPr>
            <a:r>
              <a:rPr lang="en-GB" sz="1400">
                <a:solidFill>
                  <a:schemeClr val="dk1"/>
                </a:solidFill>
                <a:latin typeface="Gill Sans"/>
                <a:ea typeface="Gill Sans"/>
                <a:cs typeface="Gill Sans"/>
                <a:sym typeface="Gill Sans"/>
              </a:rPr>
              <a:t>  &lt;meta http-equiv="Content-Type" content="text/html; charset=utf-8" /&gt;</a:t>
            </a:r>
            <a:endParaRPr/>
          </a:p>
          <a:p>
            <a:pPr indent="0" lvl="0" marL="0" marR="0" rtl="0" algn="l">
              <a:spcBef>
                <a:spcPts val="0"/>
              </a:spcBef>
              <a:spcAft>
                <a:spcPts val="0"/>
              </a:spcAft>
              <a:buNone/>
            </a:pPr>
            <a:r>
              <a:rPr lang="en-GB" sz="1400">
                <a:solidFill>
                  <a:schemeClr val="dk1"/>
                </a:solidFill>
                <a:latin typeface="Gill Sans"/>
                <a:ea typeface="Gill Sans"/>
                <a:cs typeface="Gill Sans"/>
                <a:sym typeface="Gill Sans"/>
              </a:rPr>
              <a:t>  &lt;title&gt;JQuery Live Search&lt;/title&gt;</a:t>
            </a:r>
            <a:endParaRPr/>
          </a:p>
          <a:p>
            <a:pPr indent="0" lvl="0" marL="0" marR="0" rtl="0" algn="l">
              <a:spcBef>
                <a:spcPts val="0"/>
              </a:spcBef>
              <a:spcAft>
                <a:spcPts val="0"/>
              </a:spcAft>
              <a:buNone/>
            </a:pPr>
            <a:r>
              <a:rPr lang="en-GB" sz="1400">
                <a:solidFill>
                  <a:schemeClr val="dk1"/>
                </a:solidFill>
                <a:latin typeface="Gill Sans"/>
                <a:ea typeface="Gill Sans"/>
                <a:cs typeface="Gill Sans"/>
                <a:sym typeface="Gill Sans"/>
              </a:rPr>
              <a:t>  &lt;script src="https://ajax.googleapis.com/ajax/libs/jquery/2.1.3/jquery.min.js"&gt;&lt;/script&gt;</a:t>
            </a:r>
            <a:endParaRPr/>
          </a:p>
          <a:p>
            <a:pPr indent="0" lvl="0" marL="0" marR="0" rtl="0" algn="l">
              <a:spcBef>
                <a:spcPts val="0"/>
              </a:spcBef>
              <a:spcAft>
                <a:spcPts val="0"/>
              </a:spcAft>
              <a:buNone/>
            </a:pPr>
            <a:r>
              <a:rPr lang="en-GB" sz="1400">
                <a:solidFill>
                  <a:schemeClr val="dk1"/>
                </a:solidFill>
                <a:latin typeface="Gill Sans"/>
                <a:ea typeface="Gill Sans"/>
                <a:cs typeface="Gill Sans"/>
                <a:sym typeface="Gill Sans"/>
              </a:rPr>
              <a:t> &lt;/head&gt;</a:t>
            </a:r>
            <a:endParaRPr/>
          </a:p>
          <a:p>
            <a:pPr indent="0" lvl="0" marL="0" marR="0" rtl="0" algn="l">
              <a:spcBef>
                <a:spcPts val="0"/>
              </a:spcBef>
              <a:spcAft>
                <a:spcPts val="0"/>
              </a:spcAft>
              <a:buNone/>
            </a:pPr>
            <a:r>
              <a:rPr lang="en-GB" sz="1400">
                <a:solidFill>
                  <a:schemeClr val="dk1"/>
                </a:solidFill>
                <a:latin typeface="Gill Sans"/>
                <a:ea typeface="Gill Sans"/>
                <a:cs typeface="Gill Sans"/>
                <a:sym typeface="Gill Sans"/>
              </a:rPr>
              <a:t> &lt;body&gt;</a:t>
            </a:r>
            <a:endParaRPr/>
          </a:p>
          <a:p>
            <a:pPr indent="0" lvl="0" marL="0" marR="0" rtl="0" algn="l">
              <a:spcBef>
                <a:spcPts val="0"/>
              </a:spcBef>
              <a:spcAft>
                <a:spcPts val="0"/>
              </a:spcAft>
              <a:buNone/>
            </a:pPr>
            <a:r>
              <a:rPr lang="en-GB" sz="1400">
                <a:solidFill>
                  <a:schemeClr val="dk1"/>
                </a:solidFill>
                <a:latin typeface="Gill Sans"/>
                <a:ea typeface="Gill Sans"/>
                <a:cs typeface="Gill Sans"/>
                <a:sym typeface="Gill Sans"/>
              </a:rPr>
              <a:t>   &lt;h2 align="center"&gt;JQuery Live Search&lt;/h2&gt;&lt;br /&gt;</a:t>
            </a:r>
            <a:endParaRPr/>
          </a:p>
          <a:p>
            <a:pPr indent="0" lvl="0" marL="0" marR="0" rtl="0" algn="l">
              <a:spcBef>
                <a:spcPts val="0"/>
              </a:spcBef>
              <a:spcAft>
                <a:spcPts val="0"/>
              </a:spcAft>
              <a:buNone/>
            </a:pPr>
            <a:r>
              <a:rPr lang="en-GB" sz="1400">
                <a:solidFill>
                  <a:schemeClr val="dk1"/>
                </a:solidFill>
                <a:latin typeface="Gill Sans"/>
                <a:ea typeface="Gill Sans"/>
                <a:cs typeface="Gill Sans"/>
                <a:sym typeface="Gill Sans"/>
              </a:rPr>
              <a:t>     &lt;span&gt;Search&lt;/span&gt;</a:t>
            </a:r>
            <a:endParaRPr/>
          </a:p>
          <a:p>
            <a:pPr indent="0" lvl="0" marL="0" marR="0" rtl="0" algn="l">
              <a:spcBef>
                <a:spcPts val="0"/>
              </a:spcBef>
              <a:spcAft>
                <a:spcPts val="0"/>
              </a:spcAft>
              <a:buNone/>
            </a:pPr>
            <a:r>
              <a:rPr lang="en-GB" sz="1400">
                <a:solidFill>
                  <a:schemeClr val="dk1"/>
                </a:solidFill>
                <a:latin typeface="Gill Sans"/>
                <a:ea typeface="Gill Sans"/>
                <a:cs typeface="Gill Sans"/>
                <a:sym typeface="Gill Sans"/>
              </a:rPr>
              <a:t>     &lt;input type="text" name="search_text" id="search_text" placeholder="Search by Student Details" /&gt;</a:t>
            </a:r>
            <a:endParaRPr/>
          </a:p>
          <a:p>
            <a:pPr indent="0" lvl="0" marL="0" marR="0" rtl="0" algn="l">
              <a:spcBef>
                <a:spcPts val="0"/>
              </a:spcBef>
              <a:spcAft>
                <a:spcPts val="0"/>
              </a:spcAft>
              <a:buNone/>
            </a:pPr>
            <a:r>
              <a:rPr lang="en-GB" sz="1400">
                <a:solidFill>
                  <a:schemeClr val="dk1"/>
                </a:solidFill>
                <a:latin typeface="Gill Sans"/>
                <a:ea typeface="Gill Sans"/>
                <a:cs typeface="Gill Sans"/>
                <a:sym typeface="Gill Sans"/>
              </a:rPr>
              <a:t>   &lt;br /&gt;</a:t>
            </a:r>
            <a:endParaRPr/>
          </a:p>
          <a:p>
            <a:pPr indent="0" lvl="0" marL="0" marR="0" rtl="0" algn="l">
              <a:spcBef>
                <a:spcPts val="0"/>
              </a:spcBef>
              <a:spcAft>
                <a:spcPts val="0"/>
              </a:spcAft>
              <a:buNone/>
            </a:pPr>
            <a:r>
              <a:rPr lang="en-GB" sz="1400">
                <a:solidFill>
                  <a:schemeClr val="dk1"/>
                </a:solidFill>
                <a:latin typeface="Gill Sans"/>
                <a:ea typeface="Gill Sans"/>
                <a:cs typeface="Gill Sans"/>
                <a:sym typeface="Gill Sans"/>
              </a:rPr>
              <a:t>   &lt;div id="result"&gt;&lt;/div&gt;</a:t>
            </a:r>
            <a:endParaRPr/>
          </a:p>
          <a:p>
            <a:pPr indent="0" lvl="0" marL="0" marR="0" rtl="0" algn="l">
              <a:spcBef>
                <a:spcPts val="0"/>
              </a:spcBef>
              <a:spcAft>
                <a:spcPts val="0"/>
              </a:spcAft>
              <a:buNone/>
            </a:pPr>
            <a:r>
              <a:rPr lang="en-GB" sz="1400">
                <a:solidFill>
                  <a:schemeClr val="dk1"/>
                </a:solidFill>
                <a:latin typeface="Gill Sans"/>
                <a:ea typeface="Gill Sans"/>
                <a:cs typeface="Gill Sans"/>
                <a:sym typeface="Gill Sans"/>
              </a:rPr>
              <a:t>&lt;script&gt;</a:t>
            </a:r>
            <a:endParaRPr/>
          </a:p>
          <a:p>
            <a:pPr indent="0" lvl="0" marL="0" marR="0" rtl="0" algn="l">
              <a:spcBef>
                <a:spcPts val="0"/>
              </a:spcBef>
              <a:spcAft>
                <a:spcPts val="0"/>
              </a:spcAft>
              <a:buNone/>
            </a:pPr>
            <a:r>
              <a:rPr lang="en-GB" sz="1400">
                <a:solidFill>
                  <a:schemeClr val="dk1"/>
                </a:solidFill>
                <a:latin typeface="Gill Sans"/>
                <a:ea typeface="Gill Sans"/>
                <a:cs typeface="Gill Sans"/>
                <a:sym typeface="Gill Sans"/>
              </a:rPr>
              <a:t>$(document).ready(function(){</a:t>
            </a:r>
            <a:endParaRPr/>
          </a:p>
          <a:p>
            <a:pPr indent="0" lvl="0" marL="0" marR="0" rtl="0" algn="l">
              <a:spcBef>
                <a:spcPts val="0"/>
              </a:spcBef>
              <a:spcAft>
                <a:spcPts val="0"/>
              </a:spcAft>
              <a:buNone/>
            </a:pPr>
            <a:r>
              <a:rPr lang="en-GB" sz="1400">
                <a:solidFill>
                  <a:schemeClr val="dk1"/>
                </a:solidFill>
                <a:latin typeface="Gill Sans"/>
                <a:ea typeface="Gill Sans"/>
                <a:cs typeface="Gill Sans"/>
                <a:sym typeface="Gill Sans"/>
              </a:rPr>
              <a:t>load_data();</a:t>
            </a:r>
            <a:endParaRPr/>
          </a:p>
          <a:p>
            <a:pPr indent="0" lvl="0" marL="0" marR="0" rtl="0" algn="l">
              <a:spcBef>
                <a:spcPts val="0"/>
              </a:spcBef>
              <a:spcAft>
                <a:spcPts val="0"/>
              </a:spcAft>
              <a:buNone/>
            </a:pPr>
            <a:r>
              <a:t/>
            </a:r>
            <a:endParaRPr sz="1400">
              <a:solidFill>
                <a:schemeClr val="dk1"/>
              </a:solidFill>
              <a:latin typeface="Gill Sans"/>
              <a:ea typeface="Gill Sans"/>
              <a:cs typeface="Gill Sans"/>
              <a:sym typeface="Gill Sans"/>
            </a:endParaRPr>
          </a:p>
        </p:txBody>
      </p:sp>
      <p:sp>
        <p:nvSpPr>
          <p:cNvPr id="369" name="Google Shape;369;p38"/>
          <p:cNvSpPr txBox="1"/>
          <p:nvPr/>
        </p:nvSpPr>
        <p:spPr>
          <a:xfrm>
            <a:off x="4648200" y="1219200"/>
            <a:ext cx="4038600" cy="48320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400">
              <a:solidFill>
                <a:schemeClr val="dk1"/>
              </a:solidFill>
              <a:latin typeface="Gill Sans"/>
              <a:ea typeface="Gill Sans"/>
              <a:cs typeface="Gill Sans"/>
              <a:sym typeface="Gill Sans"/>
            </a:endParaRPr>
          </a:p>
          <a:p>
            <a:pPr indent="0" lvl="0" marL="0" marR="0" rtl="0" algn="l">
              <a:spcBef>
                <a:spcPts val="0"/>
              </a:spcBef>
              <a:spcAft>
                <a:spcPts val="0"/>
              </a:spcAft>
              <a:buNone/>
            </a:pPr>
            <a:r>
              <a:rPr lang="en-GB" sz="1400">
                <a:solidFill>
                  <a:schemeClr val="dk1"/>
                </a:solidFill>
                <a:latin typeface="Gill Sans"/>
                <a:ea typeface="Gill Sans"/>
                <a:cs typeface="Gill Sans"/>
                <a:sym typeface="Gill Sans"/>
              </a:rPr>
              <a:t>function load_data(query){</a:t>
            </a:r>
            <a:endParaRPr/>
          </a:p>
          <a:p>
            <a:pPr indent="0" lvl="0" marL="0" marR="0" rtl="0" algn="l">
              <a:spcBef>
                <a:spcPts val="0"/>
              </a:spcBef>
              <a:spcAft>
                <a:spcPts val="0"/>
              </a:spcAft>
              <a:buNone/>
            </a:pPr>
            <a:r>
              <a:rPr lang="en-GB" sz="1400">
                <a:solidFill>
                  <a:schemeClr val="dk1"/>
                </a:solidFill>
                <a:latin typeface="Gill Sans"/>
                <a:ea typeface="Gill Sans"/>
                <a:cs typeface="Gill Sans"/>
                <a:sym typeface="Gill Sans"/>
              </a:rPr>
              <a:t>     $.ajax({</a:t>
            </a:r>
            <a:endParaRPr/>
          </a:p>
          <a:p>
            <a:pPr indent="0" lvl="0" marL="0" marR="0" rtl="0" algn="l">
              <a:spcBef>
                <a:spcPts val="0"/>
              </a:spcBef>
              <a:spcAft>
                <a:spcPts val="0"/>
              </a:spcAft>
              <a:buNone/>
            </a:pPr>
            <a:r>
              <a:rPr lang="en-GB" sz="1400">
                <a:solidFill>
                  <a:schemeClr val="dk1"/>
                </a:solidFill>
                <a:latin typeface="Gill Sans"/>
                <a:ea typeface="Gill Sans"/>
                <a:cs typeface="Gill Sans"/>
                <a:sym typeface="Gill Sans"/>
              </a:rPr>
              <a:t>	url:"fetch.php",</a:t>
            </a:r>
            <a:endParaRPr/>
          </a:p>
          <a:p>
            <a:pPr indent="0" lvl="0" marL="0" marR="0" rtl="0" algn="l">
              <a:spcBef>
                <a:spcPts val="0"/>
              </a:spcBef>
              <a:spcAft>
                <a:spcPts val="0"/>
              </a:spcAft>
              <a:buNone/>
            </a:pPr>
            <a:r>
              <a:rPr lang="en-GB" sz="1400">
                <a:solidFill>
                  <a:schemeClr val="dk1"/>
                </a:solidFill>
                <a:latin typeface="Gill Sans"/>
                <a:ea typeface="Gill Sans"/>
                <a:cs typeface="Gill Sans"/>
                <a:sym typeface="Gill Sans"/>
              </a:rPr>
              <a:t>	method:"POST",</a:t>
            </a:r>
            <a:endParaRPr/>
          </a:p>
          <a:p>
            <a:pPr indent="0" lvl="0" marL="0" marR="0" rtl="0" algn="l">
              <a:spcBef>
                <a:spcPts val="0"/>
              </a:spcBef>
              <a:spcAft>
                <a:spcPts val="0"/>
              </a:spcAft>
              <a:buNone/>
            </a:pPr>
            <a:r>
              <a:rPr lang="en-GB" sz="1400">
                <a:solidFill>
                  <a:schemeClr val="dk1"/>
                </a:solidFill>
                <a:latin typeface="Gill Sans"/>
                <a:ea typeface="Gill Sans"/>
                <a:cs typeface="Gill Sans"/>
                <a:sym typeface="Gill Sans"/>
              </a:rPr>
              <a:t>	data:{query:query},</a:t>
            </a:r>
            <a:endParaRPr/>
          </a:p>
          <a:p>
            <a:pPr indent="0" lvl="0" marL="0" marR="0" rtl="0" algn="l">
              <a:spcBef>
                <a:spcPts val="0"/>
              </a:spcBef>
              <a:spcAft>
                <a:spcPts val="0"/>
              </a:spcAft>
              <a:buNone/>
            </a:pPr>
            <a:r>
              <a:rPr lang="en-GB" sz="1400">
                <a:solidFill>
                  <a:schemeClr val="dk1"/>
                </a:solidFill>
                <a:latin typeface="Gill Sans"/>
                <a:ea typeface="Gill Sans"/>
                <a:cs typeface="Gill Sans"/>
                <a:sym typeface="Gill Sans"/>
              </a:rPr>
              <a:t>	success:function(data){</a:t>
            </a:r>
            <a:endParaRPr/>
          </a:p>
          <a:p>
            <a:pPr indent="0" lvl="0" marL="0" marR="0" rtl="0" algn="l">
              <a:spcBef>
                <a:spcPts val="0"/>
              </a:spcBef>
              <a:spcAft>
                <a:spcPts val="0"/>
              </a:spcAft>
              <a:buNone/>
            </a:pPr>
            <a:r>
              <a:rPr lang="en-GB" sz="1400">
                <a:solidFill>
                  <a:schemeClr val="dk1"/>
                </a:solidFill>
                <a:latin typeface="Gill Sans"/>
                <a:ea typeface="Gill Sans"/>
                <a:cs typeface="Gill Sans"/>
                <a:sym typeface="Gill Sans"/>
              </a:rPr>
              <a:t>	$('#result').html(data);	}</a:t>
            </a:r>
            <a:endParaRPr/>
          </a:p>
          <a:p>
            <a:pPr indent="0" lvl="0" marL="0" marR="0" rtl="0" algn="l">
              <a:spcBef>
                <a:spcPts val="0"/>
              </a:spcBef>
              <a:spcAft>
                <a:spcPts val="0"/>
              </a:spcAft>
              <a:buNone/>
            </a:pPr>
            <a:r>
              <a:rPr lang="en-GB" sz="1400">
                <a:solidFill>
                  <a:schemeClr val="dk1"/>
                </a:solidFill>
                <a:latin typeface="Gill Sans"/>
                <a:ea typeface="Gill Sans"/>
                <a:cs typeface="Gill Sans"/>
                <a:sym typeface="Gill Sans"/>
              </a:rPr>
              <a:t>	});</a:t>
            </a:r>
            <a:endParaRPr/>
          </a:p>
          <a:p>
            <a:pPr indent="0" lvl="0" marL="0" marR="0" rtl="0" algn="l">
              <a:spcBef>
                <a:spcPts val="0"/>
              </a:spcBef>
              <a:spcAft>
                <a:spcPts val="0"/>
              </a:spcAft>
              <a:buNone/>
            </a:pPr>
            <a:r>
              <a:rPr lang="en-GB" sz="1400">
                <a:solidFill>
                  <a:schemeClr val="dk1"/>
                </a:solidFill>
                <a:latin typeface="Gill Sans"/>
                <a:ea typeface="Gill Sans"/>
                <a:cs typeface="Gill Sans"/>
                <a:sym typeface="Gill Sans"/>
              </a:rPr>
              <a:t>	}</a:t>
            </a:r>
            <a:endParaRPr/>
          </a:p>
          <a:p>
            <a:pPr indent="0" lvl="0" marL="0" marR="0" rtl="0" algn="l">
              <a:spcBef>
                <a:spcPts val="0"/>
              </a:spcBef>
              <a:spcAft>
                <a:spcPts val="0"/>
              </a:spcAft>
              <a:buNone/>
            </a:pPr>
            <a:r>
              <a:rPr lang="en-GB" sz="1400">
                <a:solidFill>
                  <a:schemeClr val="dk1"/>
                </a:solidFill>
                <a:latin typeface="Gill Sans"/>
                <a:ea typeface="Gill Sans"/>
                <a:cs typeface="Gill Sans"/>
                <a:sym typeface="Gill Sans"/>
              </a:rPr>
              <a:t>     $('#search_text').keyup(function(){</a:t>
            </a:r>
            <a:endParaRPr/>
          </a:p>
          <a:p>
            <a:pPr indent="0" lvl="0" marL="0" marR="0" rtl="0" algn="l">
              <a:spcBef>
                <a:spcPts val="0"/>
              </a:spcBef>
              <a:spcAft>
                <a:spcPts val="0"/>
              </a:spcAft>
              <a:buNone/>
            </a:pPr>
            <a:r>
              <a:rPr lang="en-GB" sz="1400">
                <a:solidFill>
                  <a:schemeClr val="dk1"/>
                </a:solidFill>
                <a:latin typeface="Gill Sans"/>
                <a:ea typeface="Gill Sans"/>
                <a:cs typeface="Gill Sans"/>
                <a:sym typeface="Gill Sans"/>
              </a:rPr>
              <a:t>	var search = $(this).val();</a:t>
            </a:r>
            <a:endParaRPr/>
          </a:p>
          <a:p>
            <a:pPr indent="0" lvl="0" marL="0" marR="0" rtl="0" algn="l">
              <a:spcBef>
                <a:spcPts val="0"/>
              </a:spcBef>
              <a:spcAft>
                <a:spcPts val="0"/>
              </a:spcAft>
              <a:buNone/>
            </a:pPr>
            <a:r>
              <a:rPr lang="en-GB" sz="1400">
                <a:solidFill>
                  <a:schemeClr val="dk1"/>
                </a:solidFill>
                <a:latin typeface="Gill Sans"/>
                <a:ea typeface="Gill Sans"/>
                <a:cs typeface="Gill Sans"/>
                <a:sym typeface="Gill Sans"/>
              </a:rPr>
              <a:t>	if(search != ''){</a:t>
            </a:r>
            <a:endParaRPr/>
          </a:p>
          <a:p>
            <a:pPr indent="0" lvl="0" marL="0" marR="0" rtl="0" algn="l">
              <a:spcBef>
                <a:spcPts val="0"/>
              </a:spcBef>
              <a:spcAft>
                <a:spcPts val="0"/>
              </a:spcAft>
              <a:buNone/>
            </a:pPr>
            <a:r>
              <a:rPr lang="en-GB" sz="1400">
                <a:solidFill>
                  <a:schemeClr val="dk1"/>
                </a:solidFill>
                <a:latin typeface="Gill Sans"/>
                <a:ea typeface="Gill Sans"/>
                <a:cs typeface="Gill Sans"/>
                <a:sym typeface="Gill Sans"/>
              </a:rPr>
              <a:t>		load_data(search);</a:t>
            </a:r>
            <a:endParaRPr/>
          </a:p>
          <a:p>
            <a:pPr indent="0" lvl="0" marL="0" marR="0" rtl="0" algn="l">
              <a:spcBef>
                <a:spcPts val="0"/>
              </a:spcBef>
              <a:spcAft>
                <a:spcPts val="0"/>
              </a:spcAft>
              <a:buNone/>
            </a:pPr>
            <a:r>
              <a:rPr lang="en-GB" sz="1400">
                <a:solidFill>
                  <a:schemeClr val="dk1"/>
                </a:solidFill>
                <a:latin typeface="Gill Sans"/>
                <a:ea typeface="Gill Sans"/>
                <a:cs typeface="Gill Sans"/>
                <a:sym typeface="Gill Sans"/>
              </a:rPr>
              <a:t>	}else{</a:t>
            </a:r>
            <a:endParaRPr/>
          </a:p>
          <a:p>
            <a:pPr indent="0" lvl="0" marL="0" marR="0" rtl="0" algn="l">
              <a:spcBef>
                <a:spcPts val="0"/>
              </a:spcBef>
              <a:spcAft>
                <a:spcPts val="0"/>
              </a:spcAft>
              <a:buNone/>
            </a:pPr>
            <a:r>
              <a:rPr lang="en-GB" sz="1400">
                <a:solidFill>
                  <a:schemeClr val="dk1"/>
                </a:solidFill>
                <a:latin typeface="Gill Sans"/>
                <a:ea typeface="Gill Sans"/>
                <a:cs typeface="Gill Sans"/>
                <a:sym typeface="Gill Sans"/>
              </a:rPr>
              <a:t>		load_data();</a:t>
            </a:r>
            <a:endParaRPr/>
          </a:p>
          <a:p>
            <a:pPr indent="0" lvl="0" marL="0" marR="0" rtl="0" algn="l">
              <a:spcBef>
                <a:spcPts val="0"/>
              </a:spcBef>
              <a:spcAft>
                <a:spcPts val="0"/>
              </a:spcAft>
              <a:buNone/>
            </a:pPr>
            <a:r>
              <a:rPr lang="en-GB" sz="1400">
                <a:solidFill>
                  <a:schemeClr val="dk1"/>
                </a:solidFill>
                <a:latin typeface="Gill Sans"/>
                <a:ea typeface="Gill Sans"/>
                <a:cs typeface="Gill Sans"/>
                <a:sym typeface="Gill Sans"/>
              </a:rPr>
              <a:t>	}</a:t>
            </a:r>
            <a:endParaRPr sz="1400">
              <a:solidFill>
                <a:schemeClr val="dk1"/>
              </a:solidFill>
              <a:latin typeface="Gill Sans"/>
              <a:ea typeface="Gill Sans"/>
              <a:cs typeface="Gill Sans"/>
              <a:sym typeface="Gill Sans"/>
            </a:endParaRPr>
          </a:p>
          <a:p>
            <a:pPr indent="0" lvl="0" marL="0" marR="0" rtl="0" algn="l">
              <a:spcBef>
                <a:spcPts val="0"/>
              </a:spcBef>
              <a:spcAft>
                <a:spcPts val="0"/>
              </a:spcAft>
              <a:buNone/>
            </a:pPr>
            <a:r>
              <a:rPr lang="en-GB" sz="1400">
                <a:solidFill>
                  <a:schemeClr val="dk1"/>
                </a:solidFill>
                <a:latin typeface="Gill Sans"/>
                <a:ea typeface="Gill Sans"/>
                <a:cs typeface="Gill Sans"/>
                <a:sym typeface="Gill Sans"/>
              </a:rPr>
              <a:t>	});</a:t>
            </a:r>
            <a:endParaRPr/>
          </a:p>
          <a:p>
            <a:pPr indent="0" lvl="0" marL="0" marR="0" rtl="0" algn="l">
              <a:spcBef>
                <a:spcPts val="0"/>
              </a:spcBef>
              <a:spcAft>
                <a:spcPts val="0"/>
              </a:spcAft>
              <a:buNone/>
            </a:pPr>
            <a:r>
              <a:rPr lang="en-GB" sz="1400">
                <a:solidFill>
                  <a:schemeClr val="dk1"/>
                </a:solidFill>
                <a:latin typeface="Gill Sans"/>
                <a:ea typeface="Gill Sans"/>
                <a:cs typeface="Gill Sans"/>
                <a:sym typeface="Gill Sans"/>
              </a:rPr>
              <a:t>});</a:t>
            </a:r>
            <a:endParaRPr/>
          </a:p>
          <a:p>
            <a:pPr indent="0" lvl="0" marL="0" marR="0" rtl="0" algn="l">
              <a:spcBef>
                <a:spcPts val="0"/>
              </a:spcBef>
              <a:spcAft>
                <a:spcPts val="0"/>
              </a:spcAft>
              <a:buNone/>
            </a:pPr>
            <a:r>
              <a:rPr lang="en-GB" sz="1400">
                <a:solidFill>
                  <a:schemeClr val="dk1"/>
                </a:solidFill>
                <a:latin typeface="Gill Sans"/>
                <a:ea typeface="Gill Sans"/>
                <a:cs typeface="Gill Sans"/>
                <a:sym typeface="Gill Sans"/>
              </a:rPr>
              <a:t>&lt;/script&gt;</a:t>
            </a:r>
            <a:endParaRPr/>
          </a:p>
          <a:p>
            <a:pPr indent="0" lvl="0" marL="0" marR="0" rtl="0" algn="l">
              <a:spcBef>
                <a:spcPts val="0"/>
              </a:spcBef>
              <a:spcAft>
                <a:spcPts val="0"/>
              </a:spcAft>
              <a:buNone/>
            </a:pPr>
            <a:r>
              <a:rPr lang="en-GB" sz="1400">
                <a:solidFill>
                  <a:schemeClr val="dk1"/>
                </a:solidFill>
                <a:latin typeface="Gill Sans"/>
                <a:ea typeface="Gill Sans"/>
                <a:cs typeface="Gill Sans"/>
                <a:sym typeface="Gill Sans"/>
              </a:rPr>
              <a:t> &lt;/body&gt;</a:t>
            </a:r>
            <a:endParaRPr/>
          </a:p>
          <a:p>
            <a:pPr indent="0" lvl="0" marL="0" marR="0" rtl="0" algn="l">
              <a:spcBef>
                <a:spcPts val="0"/>
              </a:spcBef>
              <a:spcAft>
                <a:spcPts val="0"/>
              </a:spcAft>
              <a:buNone/>
            </a:pPr>
            <a:r>
              <a:rPr lang="en-GB" sz="1400">
                <a:solidFill>
                  <a:schemeClr val="dk1"/>
                </a:solidFill>
                <a:latin typeface="Gill Sans"/>
                <a:ea typeface="Gill Sans"/>
                <a:cs typeface="Gill Sans"/>
                <a:sym typeface="Gill Sans"/>
              </a:rPr>
              <a:t>&lt;/html&gt;</a:t>
            </a:r>
            <a:endParaRPr/>
          </a:p>
        </p:txBody>
      </p:sp>
      <p:pic>
        <p:nvPicPr>
          <p:cNvPr id="370" name="Google Shape;370;p38"/>
          <p:cNvPicPr preferRelativeResize="0"/>
          <p:nvPr/>
        </p:nvPicPr>
        <p:blipFill rotWithShape="1">
          <a:blip r:embed="rId3">
            <a:alphaModFix/>
          </a:blip>
          <a:srcRect b="0" l="0" r="0" t="0"/>
          <a:stretch/>
        </p:blipFill>
        <p:spPr>
          <a:xfrm>
            <a:off x="7389527" y="4275297"/>
            <a:ext cx="1472871" cy="1585913"/>
          </a:xfrm>
          <a:prstGeom prst="rect">
            <a:avLst/>
          </a:prstGeom>
          <a:noFill/>
          <a:ln>
            <a:noFill/>
          </a:ln>
        </p:spPr>
      </p:pic>
      <p:sp>
        <p:nvSpPr>
          <p:cNvPr id="371" name="Google Shape;371;p38"/>
          <p:cNvSpPr/>
          <p:nvPr/>
        </p:nvSpPr>
        <p:spPr>
          <a:xfrm>
            <a:off x="5410200" y="4940808"/>
            <a:ext cx="2209800" cy="1905000"/>
          </a:xfrm>
          <a:prstGeom prst="wedgeEllipseCallout">
            <a:avLst>
              <a:gd fmla="val 51650" name="adj1"/>
              <a:gd fmla="val -44629" name="adj2"/>
            </a:avLst>
          </a:prstGeom>
          <a:solidFill>
            <a:schemeClr val="accent1"/>
          </a:solidFill>
          <a:ln cap="flat" cmpd="sng" w="19050">
            <a:solidFill>
              <a:srgbClr val="535A7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chemeClr val="lt1"/>
                </a:solidFill>
                <a:latin typeface="Gill Sans"/>
                <a:ea typeface="Gill Sans"/>
                <a:cs typeface="Gill Sans"/>
                <a:sym typeface="Gill Sans"/>
              </a:rPr>
              <a:t>Save as </a:t>
            </a:r>
            <a:r>
              <a:rPr b="1" lang="en-GB" sz="1800">
                <a:solidFill>
                  <a:srgbClr val="FFFF00"/>
                </a:solidFill>
                <a:latin typeface="Gill Sans"/>
                <a:ea typeface="Gill Sans"/>
                <a:cs typeface="Gill Sans"/>
                <a:sym typeface="Gill Sans"/>
              </a:rPr>
              <a:t>jqsearch.php </a:t>
            </a:r>
            <a:r>
              <a:rPr lang="en-GB" sz="1800">
                <a:solidFill>
                  <a:schemeClr val="lt1"/>
                </a:solidFill>
                <a:latin typeface="Gill Sans"/>
                <a:ea typeface="Gill Sans"/>
                <a:cs typeface="Gill Sans"/>
                <a:sym typeface="Gill Sans"/>
              </a:rPr>
              <a:t>inside </a:t>
            </a:r>
            <a:r>
              <a:rPr lang="en-GB" sz="1800">
                <a:solidFill>
                  <a:srgbClr val="FFFF00"/>
                </a:solidFill>
                <a:latin typeface="Gill Sans"/>
                <a:ea typeface="Gill Sans"/>
                <a:cs typeface="Gill Sans"/>
                <a:sym typeface="Gill Sans"/>
              </a:rPr>
              <a:t>phpweb </a:t>
            </a:r>
            <a:r>
              <a:rPr lang="en-GB" sz="1800">
                <a:solidFill>
                  <a:schemeClr val="lt1"/>
                </a:solidFill>
                <a:latin typeface="Gill Sans"/>
                <a:ea typeface="Gill Sans"/>
                <a:cs typeface="Gill Sans"/>
                <a:sym typeface="Gill Sans"/>
              </a:rPr>
              <a:t>folder</a:t>
            </a:r>
            <a:endParaRPr sz="1800">
              <a:solidFill>
                <a:schemeClr val="lt1"/>
              </a:solidFill>
              <a:latin typeface="Gill Sans"/>
              <a:ea typeface="Gill Sans"/>
              <a:cs typeface="Gill Sans"/>
              <a:sym typeface="Gill San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39"/>
          <p:cNvSpPr txBox="1"/>
          <p:nvPr>
            <p:ph type="title"/>
          </p:nvPr>
        </p:nvSpPr>
        <p:spPr>
          <a:xfrm>
            <a:off x="457200" y="228600"/>
            <a:ext cx="8229600" cy="9144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Creating the php file</a:t>
            </a:r>
            <a:endParaRPr/>
          </a:p>
        </p:txBody>
      </p:sp>
      <p:sp>
        <p:nvSpPr>
          <p:cNvPr id="377" name="Google Shape;377;p39"/>
          <p:cNvSpPr txBox="1"/>
          <p:nvPr>
            <p:ph idx="1" type="body"/>
          </p:nvPr>
        </p:nvSpPr>
        <p:spPr>
          <a:xfrm>
            <a:off x="457200" y="1219200"/>
            <a:ext cx="4041648" cy="4937760"/>
          </a:xfrm>
          <a:prstGeom prst="rect">
            <a:avLst/>
          </a:prstGeom>
          <a:noFill/>
          <a:ln>
            <a:noFill/>
          </a:ln>
        </p:spPr>
        <p:txBody>
          <a:bodyPr anchorCtr="0" anchor="t" bIns="45700" lIns="91425" spcFirstLastPara="1" rIns="91425" wrap="square" tIns="45700">
            <a:normAutofit/>
          </a:bodyPr>
          <a:lstStyle/>
          <a:p>
            <a:pPr indent="-148844" lvl="0" marL="274320" rtl="0" algn="l">
              <a:spcBef>
                <a:spcPts val="0"/>
              </a:spcBef>
              <a:spcAft>
                <a:spcPts val="0"/>
              </a:spcAft>
              <a:buSzPts val="1976"/>
              <a:buNone/>
            </a:pPr>
            <a:r>
              <a:t/>
            </a:r>
            <a:endParaRPr/>
          </a:p>
        </p:txBody>
      </p:sp>
      <p:sp>
        <p:nvSpPr>
          <p:cNvPr id="378" name="Google Shape;378;p39"/>
          <p:cNvSpPr txBox="1"/>
          <p:nvPr>
            <p:ph idx="2" type="body"/>
          </p:nvPr>
        </p:nvSpPr>
        <p:spPr>
          <a:xfrm>
            <a:off x="4632198" y="1216152"/>
            <a:ext cx="4041648" cy="4937760"/>
          </a:xfrm>
          <a:prstGeom prst="rect">
            <a:avLst/>
          </a:prstGeom>
          <a:noFill/>
          <a:ln>
            <a:noFill/>
          </a:ln>
        </p:spPr>
        <p:txBody>
          <a:bodyPr anchorCtr="0" anchor="t" bIns="45700" lIns="91425" spcFirstLastPara="1" rIns="91425" wrap="square" tIns="45700">
            <a:normAutofit/>
          </a:bodyPr>
          <a:lstStyle/>
          <a:p>
            <a:pPr indent="-148844" lvl="0" marL="274320" rtl="0" algn="l">
              <a:spcBef>
                <a:spcPts val="0"/>
              </a:spcBef>
              <a:spcAft>
                <a:spcPts val="0"/>
              </a:spcAft>
              <a:buSzPts val="1976"/>
              <a:buNone/>
            </a:pPr>
            <a:r>
              <a:t/>
            </a:r>
            <a:endParaRPr/>
          </a:p>
        </p:txBody>
      </p:sp>
      <p:sp>
        <p:nvSpPr>
          <p:cNvPr id="379" name="Google Shape;379;p39"/>
          <p:cNvSpPr txBox="1"/>
          <p:nvPr/>
        </p:nvSpPr>
        <p:spPr>
          <a:xfrm>
            <a:off x="457200" y="1219200"/>
            <a:ext cx="4038600" cy="440120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000">
                <a:solidFill>
                  <a:schemeClr val="dk1"/>
                </a:solidFill>
                <a:latin typeface="Gill Sans"/>
                <a:ea typeface="Gill Sans"/>
                <a:cs typeface="Gill Sans"/>
                <a:sym typeface="Gill Sans"/>
              </a:rPr>
              <a:t>&lt;?php</a:t>
            </a:r>
            <a:endParaRPr sz="1000">
              <a:solidFill>
                <a:schemeClr val="dk1"/>
              </a:solidFill>
              <a:latin typeface="Gill Sans"/>
              <a:ea typeface="Gill Sans"/>
              <a:cs typeface="Gill Sans"/>
              <a:sym typeface="Gill Sans"/>
            </a:endParaRPr>
          </a:p>
          <a:p>
            <a:pPr indent="0" lvl="0" marL="0" marR="0" rtl="0" algn="l">
              <a:spcBef>
                <a:spcPts val="0"/>
              </a:spcBef>
              <a:spcAft>
                <a:spcPts val="0"/>
              </a:spcAft>
              <a:buNone/>
            </a:pPr>
            <a:r>
              <a:rPr lang="en-GB" sz="1000">
                <a:solidFill>
                  <a:schemeClr val="dk1"/>
                </a:solidFill>
                <a:latin typeface="Gill Sans"/>
                <a:ea typeface="Gill Sans"/>
                <a:cs typeface="Gill Sans"/>
                <a:sym typeface="Gill Sans"/>
              </a:rPr>
              <a:t>//fetch.php</a:t>
            </a:r>
            <a:endParaRPr sz="1000">
              <a:solidFill>
                <a:schemeClr val="dk1"/>
              </a:solidFill>
              <a:latin typeface="Gill Sans"/>
              <a:ea typeface="Gill Sans"/>
              <a:cs typeface="Gill Sans"/>
              <a:sym typeface="Gill Sans"/>
            </a:endParaRPr>
          </a:p>
          <a:p>
            <a:pPr indent="0" lvl="0" marL="0" marR="0" rtl="0" algn="l">
              <a:spcBef>
                <a:spcPts val="0"/>
              </a:spcBef>
              <a:spcAft>
                <a:spcPts val="0"/>
              </a:spcAft>
              <a:buNone/>
            </a:pPr>
            <a:r>
              <a:rPr lang="en-GB" sz="1000">
                <a:solidFill>
                  <a:schemeClr val="dk1"/>
                </a:solidFill>
                <a:latin typeface="Gill Sans"/>
                <a:ea typeface="Gill Sans"/>
                <a:cs typeface="Gill Sans"/>
                <a:sym typeface="Gill Sans"/>
              </a:rPr>
              <a:t>include("dbconn.php");</a:t>
            </a:r>
            <a:endParaRPr/>
          </a:p>
          <a:p>
            <a:pPr indent="0" lvl="0" marL="0" marR="0" rtl="0" algn="l">
              <a:spcBef>
                <a:spcPts val="0"/>
              </a:spcBef>
              <a:spcAft>
                <a:spcPts val="0"/>
              </a:spcAft>
              <a:buNone/>
            </a:pPr>
            <a:r>
              <a:rPr lang="en-GB" sz="1000">
                <a:solidFill>
                  <a:schemeClr val="dk1"/>
                </a:solidFill>
                <a:latin typeface="Gill Sans"/>
                <a:ea typeface="Gill Sans"/>
                <a:cs typeface="Gill Sans"/>
                <a:sym typeface="Gill Sans"/>
              </a:rPr>
              <a:t>$output = '';</a:t>
            </a:r>
            <a:endParaRPr/>
          </a:p>
          <a:p>
            <a:pPr indent="0" lvl="0" marL="0" marR="0" rtl="0" algn="l">
              <a:spcBef>
                <a:spcPts val="0"/>
              </a:spcBef>
              <a:spcAft>
                <a:spcPts val="0"/>
              </a:spcAft>
              <a:buNone/>
            </a:pPr>
            <a:r>
              <a:rPr lang="en-GB" sz="1000">
                <a:solidFill>
                  <a:schemeClr val="dk1"/>
                </a:solidFill>
                <a:latin typeface="Gill Sans"/>
                <a:ea typeface="Gill Sans"/>
                <a:cs typeface="Gill Sans"/>
                <a:sym typeface="Gill Sans"/>
              </a:rPr>
              <a:t>if(isset($_POST["query"]))</a:t>
            </a:r>
            <a:endParaRPr/>
          </a:p>
          <a:p>
            <a:pPr indent="0" lvl="0" marL="0" marR="0" rtl="0" algn="l">
              <a:spcBef>
                <a:spcPts val="0"/>
              </a:spcBef>
              <a:spcAft>
                <a:spcPts val="0"/>
              </a:spcAft>
              <a:buNone/>
            </a:pPr>
            <a:r>
              <a:rPr lang="en-GB" sz="1000">
                <a:solidFill>
                  <a:schemeClr val="dk1"/>
                </a:solidFill>
                <a:latin typeface="Gill Sans"/>
                <a:ea typeface="Gill Sans"/>
                <a:cs typeface="Gill Sans"/>
                <a:sym typeface="Gill Sans"/>
              </a:rPr>
              <a:t>{</a:t>
            </a:r>
            <a:endParaRPr/>
          </a:p>
          <a:p>
            <a:pPr indent="0" lvl="0" marL="0" marR="0" rtl="0" algn="l">
              <a:spcBef>
                <a:spcPts val="0"/>
              </a:spcBef>
              <a:spcAft>
                <a:spcPts val="0"/>
              </a:spcAft>
              <a:buNone/>
            </a:pPr>
            <a:r>
              <a:rPr lang="en-GB" sz="1000">
                <a:solidFill>
                  <a:schemeClr val="dk1"/>
                </a:solidFill>
                <a:latin typeface="Gill Sans"/>
                <a:ea typeface="Gill Sans"/>
                <a:cs typeface="Gill Sans"/>
                <a:sym typeface="Gill Sans"/>
              </a:rPr>
              <a:t> $search = mysqli_real_escape_string($dbconn, $_POST["query"]);</a:t>
            </a:r>
            <a:endParaRPr/>
          </a:p>
          <a:p>
            <a:pPr indent="0" lvl="0" marL="0" marR="0" rtl="0" algn="l">
              <a:spcBef>
                <a:spcPts val="0"/>
              </a:spcBef>
              <a:spcAft>
                <a:spcPts val="0"/>
              </a:spcAft>
              <a:buNone/>
            </a:pPr>
            <a:r>
              <a:rPr lang="en-GB" sz="1000">
                <a:solidFill>
                  <a:schemeClr val="dk1"/>
                </a:solidFill>
                <a:latin typeface="Gill Sans"/>
                <a:ea typeface="Gill Sans"/>
                <a:cs typeface="Gill Sans"/>
                <a:sym typeface="Gill Sans"/>
              </a:rPr>
              <a:t> $query = "</a:t>
            </a:r>
            <a:endParaRPr/>
          </a:p>
          <a:p>
            <a:pPr indent="0" lvl="0" marL="0" marR="0" rtl="0" algn="l">
              <a:spcBef>
                <a:spcPts val="0"/>
              </a:spcBef>
              <a:spcAft>
                <a:spcPts val="0"/>
              </a:spcAft>
              <a:buNone/>
            </a:pPr>
            <a:r>
              <a:rPr lang="en-GB" sz="1000">
                <a:solidFill>
                  <a:schemeClr val="dk1"/>
                </a:solidFill>
                <a:latin typeface="Gill Sans"/>
                <a:ea typeface="Gill Sans"/>
                <a:cs typeface="Gill Sans"/>
                <a:sym typeface="Gill Sans"/>
              </a:rPr>
              <a:t>  SELECT * FROM student </a:t>
            </a:r>
            <a:endParaRPr/>
          </a:p>
          <a:p>
            <a:pPr indent="0" lvl="0" marL="0" marR="0" rtl="0" algn="l">
              <a:spcBef>
                <a:spcPts val="0"/>
              </a:spcBef>
              <a:spcAft>
                <a:spcPts val="0"/>
              </a:spcAft>
              <a:buNone/>
            </a:pPr>
            <a:r>
              <a:rPr lang="en-GB" sz="1000">
                <a:solidFill>
                  <a:schemeClr val="dk1"/>
                </a:solidFill>
                <a:latin typeface="Gill Sans"/>
                <a:ea typeface="Gill Sans"/>
                <a:cs typeface="Gill Sans"/>
                <a:sym typeface="Gill Sans"/>
              </a:rPr>
              <a:t>  WHERE studentnumber LIKE '%".$search."%'</a:t>
            </a:r>
            <a:endParaRPr/>
          </a:p>
          <a:p>
            <a:pPr indent="0" lvl="0" marL="0" marR="0" rtl="0" algn="l">
              <a:spcBef>
                <a:spcPts val="0"/>
              </a:spcBef>
              <a:spcAft>
                <a:spcPts val="0"/>
              </a:spcAft>
              <a:buNone/>
            </a:pPr>
            <a:r>
              <a:rPr lang="en-GB" sz="1000">
                <a:solidFill>
                  <a:schemeClr val="dk1"/>
                </a:solidFill>
                <a:latin typeface="Gill Sans"/>
                <a:ea typeface="Gill Sans"/>
                <a:cs typeface="Gill Sans"/>
                <a:sym typeface="Gill Sans"/>
              </a:rPr>
              <a:t>  OR studentname LIKE '%".$search."%' </a:t>
            </a:r>
            <a:endParaRPr/>
          </a:p>
          <a:p>
            <a:pPr indent="0" lvl="0" marL="0" marR="0" rtl="0" algn="l">
              <a:spcBef>
                <a:spcPts val="0"/>
              </a:spcBef>
              <a:spcAft>
                <a:spcPts val="0"/>
              </a:spcAft>
              <a:buNone/>
            </a:pPr>
            <a:r>
              <a:rPr lang="en-GB" sz="1000">
                <a:solidFill>
                  <a:schemeClr val="dk1"/>
                </a:solidFill>
                <a:latin typeface="Gill Sans"/>
                <a:ea typeface="Gill Sans"/>
                <a:cs typeface="Gill Sans"/>
                <a:sym typeface="Gill Sans"/>
              </a:rPr>
              <a:t>  OR studentusername LIKE '%".$search."%' </a:t>
            </a:r>
            <a:endParaRPr/>
          </a:p>
          <a:p>
            <a:pPr indent="0" lvl="0" marL="0" marR="0" rtl="0" algn="l">
              <a:spcBef>
                <a:spcPts val="0"/>
              </a:spcBef>
              <a:spcAft>
                <a:spcPts val="0"/>
              </a:spcAft>
              <a:buNone/>
            </a:pPr>
            <a:r>
              <a:rPr lang="en-GB" sz="1000">
                <a:solidFill>
                  <a:schemeClr val="dk1"/>
                </a:solidFill>
                <a:latin typeface="Gill Sans"/>
                <a:ea typeface="Gill Sans"/>
                <a:cs typeface="Gill Sans"/>
                <a:sym typeface="Gill Sans"/>
              </a:rPr>
              <a:t> ";</a:t>
            </a:r>
            <a:endParaRPr/>
          </a:p>
          <a:p>
            <a:pPr indent="0" lvl="0" marL="0" marR="0" rtl="0" algn="l">
              <a:spcBef>
                <a:spcPts val="0"/>
              </a:spcBef>
              <a:spcAft>
                <a:spcPts val="0"/>
              </a:spcAft>
              <a:buNone/>
            </a:pPr>
            <a:r>
              <a:rPr lang="en-GB" sz="1000">
                <a:solidFill>
                  <a:schemeClr val="dk1"/>
                </a:solidFill>
                <a:latin typeface="Gill Sans"/>
                <a:ea typeface="Gill Sans"/>
                <a:cs typeface="Gill Sans"/>
                <a:sym typeface="Gill Sans"/>
              </a:rPr>
              <a:t>}else{</a:t>
            </a:r>
            <a:endParaRPr sz="1000">
              <a:solidFill>
                <a:schemeClr val="dk1"/>
              </a:solidFill>
              <a:latin typeface="Gill Sans"/>
              <a:ea typeface="Gill Sans"/>
              <a:cs typeface="Gill Sans"/>
              <a:sym typeface="Gill Sans"/>
            </a:endParaRPr>
          </a:p>
          <a:p>
            <a:pPr indent="0" lvl="0" marL="0" marR="0" rtl="0" algn="l">
              <a:spcBef>
                <a:spcPts val="0"/>
              </a:spcBef>
              <a:spcAft>
                <a:spcPts val="0"/>
              </a:spcAft>
              <a:buNone/>
            </a:pPr>
            <a:r>
              <a:rPr lang="en-GB" sz="1000">
                <a:solidFill>
                  <a:schemeClr val="dk1"/>
                </a:solidFill>
                <a:latin typeface="Gill Sans"/>
                <a:ea typeface="Gill Sans"/>
                <a:cs typeface="Gill Sans"/>
                <a:sym typeface="Gill Sans"/>
              </a:rPr>
              <a:t> $query = "SELECT * FROM student ORDER BY studentnumber";</a:t>
            </a:r>
            <a:endParaRPr sz="1000">
              <a:solidFill>
                <a:schemeClr val="dk1"/>
              </a:solidFill>
              <a:latin typeface="Gill Sans"/>
              <a:ea typeface="Gill Sans"/>
              <a:cs typeface="Gill Sans"/>
              <a:sym typeface="Gill Sans"/>
            </a:endParaRPr>
          </a:p>
          <a:p>
            <a:pPr indent="0" lvl="0" marL="0" marR="0" rtl="0" algn="l">
              <a:spcBef>
                <a:spcPts val="0"/>
              </a:spcBef>
              <a:spcAft>
                <a:spcPts val="0"/>
              </a:spcAft>
              <a:buNone/>
            </a:pPr>
            <a:r>
              <a:rPr lang="en-GB" sz="1000">
                <a:solidFill>
                  <a:schemeClr val="dk1"/>
                </a:solidFill>
                <a:latin typeface="Gill Sans"/>
                <a:ea typeface="Gill Sans"/>
                <a:cs typeface="Gill Sans"/>
                <a:sym typeface="Gill Sans"/>
              </a:rPr>
              <a:t> $query = ""; //comment this line to list students upon page loading</a:t>
            </a:r>
            <a:endParaRPr/>
          </a:p>
          <a:p>
            <a:pPr indent="0" lvl="0" marL="0" marR="0" rtl="0" algn="l">
              <a:spcBef>
                <a:spcPts val="0"/>
              </a:spcBef>
              <a:spcAft>
                <a:spcPts val="0"/>
              </a:spcAft>
              <a:buNone/>
            </a:pPr>
            <a:r>
              <a:rPr lang="en-GB" sz="1000">
                <a:solidFill>
                  <a:schemeClr val="dk1"/>
                </a:solidFill>
                <a:latin typeface="Gill Sans"/>
                <a:ea typeface="Gill Sans"/>
                <a:cs typeface="Gill Sans"/>
                <a:sym typeface="Gill Sans"/>
              </a:rPr>
              <a:t>}</a:t>
            </a:r>
            <a:endParaRPr/>
          </a:p>
          <a:p>
            <a:pPr indent="0" lvl="0" marL="0" marR="0" rtl="0" algn="l">
              <a:spcBef>
                <a:spcPts val="0"/>
              </a:spcBef>
              <a:spcAft>
                <a:spcPts val="0"/>
              </a:spcAft>
              <a:buNone/>
            </a:pPr>
            <a:r>
              <a:rPr lang="en-GB" sz="1000">
                <a:solidFill>
                  <a:schemeClr val="dk1"/>
                </a:solidFill>
                <a:latin typeface="Gill Sans"/>
                <a:ea typeface="Gill Sans"/>
                <a:cs typeface="Gill Sans"/>
                <a:sym typeface="Gill Sans"/>
              </a:rPr>
              <a:t>if ($query!=""){</a:t>
            </a:r>
            <a:endParaRPr/>
          </a:p>
          <a:p>
            <a:pPr indent="0" lvl="0" marL="0" marR="0" rtl="0" algn="l">
              <a:spcBef>
                <a:spcPts val="0"/>
              </a:spcBef>
              <a:spcAft>
                <a:spcPts val="0"/>
              </a:spcAft>
              <a:buNone/>
            </a:pPr>
            <a:r>
              <a:rPr lang="en-GB" sz="1000">
                <a:solidFill>
                  <a:schemeClr val="dk1"/>
                </a:solidFill>
                <a:latin typeface="Gill Sans"/>
                <a:ea typeface="Gill Sans"/>
                <a:cs typeface="Gill Sans"/>
                <a:sym typeface="Gill Sans"/>
              </a:rPr>
              <a:t>  $result = mysqli_query($dbconn, $query);</a:t>
            </a:r>
            <a:endParaRPr/>
          </a:p>
          <a:p>
            <a:pPr indent="0" lvl="0" marL="0" marR="0" rtl="0" algn="l">
              <a:spcBef>
                <a:spcPts val="0"/>
              </a:spcBef>
              <a:spcAft>
                <a:spcPts val="0"/>
              </a:spcAft>
              <a:buNone/>
            </a:pPr>
            <a:r>
              <a:rPr lang="en-GB" sz="1000">
                <a:solidFill>
                  <a:schemeClr val="dk1"/>
                </a:solidFill>
                <a:latin typeface="Gill Sans"/>
                <a:ea typeface="Gill Sans"/>
                <a:cs typeface="Gill Sans"/>
                <a:sym typeface="Gill Sans"/>
              </a:rPr>
              <a:t>  if(mysqli_num_rows($result) &gt; 0){</a:t>
            </a:r>
            <a:endParaRPr/>
          </a:p>
          <a:p>
            <a:pPr indent="0" lvl="0" marL="0" marR="0" rtl="0" algn="l">
              <a:spcBef>
                <a:spcPts val="0"/>
              </a:spcBef>
              <a:spcAft>
                <a:spcPts val="0"/>
              </a:spcAft>
              <a:buNone/>
            </a:pPr>
            <a:r>
              <a:rPr lang="en-GB" sz="1000">
                <a:solidFill>
                  <a:schemeClr val="dk1"/>
                </a:solidFill>
                <a:latin typeface="Gill Sans"/>
                <a:ea typeface="Gill Sans"/>
                <a:cs typeface="Gill Sans"/>
                <a:sym typeface="Gill Sans"/>
              </a:rPr>
              <a:t>       $output .= '&lt;div class="table-responsive"&gt;</a:t>
            </a:r>
            <a:endParaRPr/>
          </a:p>
          <a:p>
            <a:pPr indent="0" lvl="0" marL="0" marR="0" rtl="0" algn="l">
              <a:spcBef>
                <a:spcPts val="0"/>
              </a:spcBef>
              <a:spcAft>
                <a:spcPts val="0"/>
              </a:spcAft>
              <a:buNone/>
            </a:pPr>
            <a:r>
              <a:rPr lang="en-GB" sz="1000">
                <a:solidFill>
                  <a:schemeClr val="dk1"/>
                </a:solidFill>
                <a:latin typeface="Gill Sans"/>
                <a:ea typeface="Gill Sans"/>
                <a:cs typeface="Gill Sans"/>
                <a:sym typeface="Gill Sans"/>
              </a:rPr>
              <a:t>       &lt;table class="table table bordered"&gt;&lt;tr&gt;	</a:t>
            </a:r>
            <a:endParaRPr sz="1000">
              <a:solidFill>
                <a:schemeClr val="dk1"/>
              </a:solidFill>
              <a:latin typeface="Gill Sans"/>
              <a:ea typeface="Gill Sans"/>
              <a:cs typeface="Gill Sans"/>
              <a:sym typeface="Gill Sans"/>
            </a:endParaRPr>
          </a:p>
          <a:p>
            <a:pPr indent="0" lvl="0" marL="0" marR="0" rtl="0" algn="l">
              <a:spcBef>
                <a:spcPts val="0"/>
              </a:spcBef>
              <a:spcAft>
                <a:spcPts val="0"/>
              </a:spcAft>
              <a:buNone/>
            </a:pPr>
            <a:r>
              <a:rPr lang="en-GB" sz="1000">
                <a:solidFill>
                  <a:schemeClr val="dk1"/>
                </a:solidFill>
                <a:latin typeface="Gill Sans"/>
                <a:ea typeface="Gill Sans"/>
                <a:cs typeface="Gill Sans"/>
                <a:sym typeface="Gill Sans"/>
              </a:rPr>
              <a:t>      &lt;th&gt;ID&lt;/th&gt;</a:t>
            </a:r>
            <a:endParaRPr/>
          </a:p>
          <a:p>
            <a:pPr indent="0" lvl="0" marL="0" marR="0" rtl="0" algn="l">
              <a:spcBef>
                <a:spcPts val="0"/>
              </a:spcBef>
              <a:spcAft>
                <a:spcPts val="0"/>
              </a:spcAft>
              <a:buNone/>
            </a:pPr>
            <a:r>
              <a:rPr lang="en-GB" sz="1000">
                <a:solidFill>
                  <a:schemeClr val="dk1"/>
                </a:solidFill>
                <a:latin typeface="Gill Sans"/>
                <a:ea typeface="Gill Sans"/>
                <a:cs typeface="Gill Sans"/>
                <a:sym typeface="Gill Sans"/>
              </a:rPr>
              <a:t>      &lt;th&gt;Student Number&lt;/th&gt;</a:t>
            </a:r>
            <a:endParaRPr/>
          </a:p>
          <a:p>
            <a:pPr indent="0" lvl="0" marL="0" marR="0" rtl="0" algn="l">
              <a:spcBef>
                <a:spcPts val="0"/>
              </a:spcBef>
              <a:spcAft>
                <a:spcPts val="0"/>
              </a:spcAft>
              <a:buNone/>
            </a:pPr>
            <a:r>
              <a:rPr lang="en-GB" sz="1000">
                <a:solidFill>
                  <a:schemeClr val="dk1"/>
                </a:solidFill>
                <a:latin typeface="Gill Sans"/>
                <a:ea typeface="Gill Sans"/>
                <a:cs typeface="Gill Sans"/>
                <a:sym typeface="Gill Sans"/>
              </a:rPr>
              <a:t>      &lt;th&gt;Name&lt;/th&gt;</a:t>
            </a:r>
            <a:endParaRPr/>
          </a:p>
          <a:p>
            <a:pPr indent="0" lvl="0" marL="0" marR="0" rtl="0" algn="l">
              <a:spcBef>
                <a:spcPts val="0"/>
              </a:spcBef>
              <a:spcAft>
                <a:spcPts val="0"/>
              </a:spcAft>
              <a:buNone/>
            </a:pPr>
            <a:r>
              <a:rPr lang="en-GB" sz="1000">
                <a:solidFill>
                  <a:schemeClr val="dk1"/>
                </a:solidFill>
                <a:latin typeface="Gill Sans"/>
                <a:ea typeface="Gill Sans"/>
                <a:cs typeface="Gill Sans"/>
                <a:sym typeface="Gill Sans"/>
              </a:rPr>
              <a:t>      &lt;th&gt;Password&lt;/th&gt;</a:t>
            </a:r>
            <a:endParaRPr/>
          </a:p>
          <a:p>
            <a:pPr indent="0" lvl="0" marL="0" marR="0" rtl="0" algn="l">
              <a:spcBef>
                <a:spcPts val="0"/>
              </a:spcBef>
              <a:spcAft>
                <a:spcPts val="0"/>
              </a:spcAft>
              <a:buNone/>
            </a:pPr>
            <a:r>
              <a:rPr lang="en-GB" sz="1000">
                <a:solidFill>
                  <a:schemeClr val="dk1"/>
                </a:solidFill>
                <a:latin typeface="Gill Sans"/>
                <a:ea typeface="Gill Sans"/>
                <a:cs typeface="Gill Sans"/>
                <a:sym typeface="Gill Sans"/>
              </a:rPr>
              <a:t>      &lt;/tr&gt;';</a:t>
            </a:r>
            <a:endParaRPr sz="1000">
              <a:solidFill>
                <a:schemeClr val="dk1"/>
              </a:solidFill>
              <a:latin typeface="Gill Sans"/>
              <a:ea typeface="Gill Sans"/>
              <a:cs typeface="Gill Sans"/>
              <a:sym typeface="Gill Sans"/>
            </a:endParaRPr>
          </a:p>
        </p:txBody>
      </p:sp>
      <p:sp>
        <p:nvSpPr>
          <p:cNvPr id="380" name="Google Shape;380;p39"/>
          <p:cNvSpPr txBox="1"/>
          <p:nvPr/>
        </p:nvSpPr>
        <p:spPr>
          <a:xfrm>
            <a:off x="4648200" y="1219200"/>
            <a:ext cx="4038600" cy="30162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000">
                <a:solidFill>
                  <a:schemeClr val="dk1"/>
                </a:solidFill>
                <a:latin typeface="Gill Sans"/>
                <a:ea typeface="Gill Sans"/>
                <a:cs typeface="Gill Sans"/>
                <a:sym typeface="Gill Sans"/>
              </a:rPr>
              <a:t>    while($row = mysqli_fetch_array($result)){</a:t>
            </a:r>
            <a:endParaRPr/>
          </a:p>
          <a:p>
            <a:pPr indent="0" lvl="0" marL="0" marR="0" rtl="0" algn="l">
              <a:spcBef>
                <a:spcPts val="0"/>
              </a:spcBef>
              <a:spcAft>
                <a:spcPts val="0"/>
              </a:spcAft>
              <a:buNone/>
            </a:pPr>
            <a:r>
              <a:rPr lang="en-GB" sz="1000">
                <a:solidFill>
                  <a:schemeClr val="dk1"/>
                </a:solidFill>
                <a:latin typeface="Gill Sans"/>
                <a:ea typeface="Gill Sans"/>
                <a:cs typeface="Gill Sans"/>
                <a:sym typeface="Gill Sans"/>
              </a:rPr>
              <a:t>        $output .= '</a:t>
            </a:r>
            <a:endParaRPr/>
          </a:p>
          <a:p>
            <a:pPr indent="0" lvl="0" marL="0" marR="0" rtl="0" algn="l">
              <a:spcBef>
                <a:spcPts val="0"/>
              </a:spcBef>
              <a:spcAft>
                <a:spcPts val="0"/>
              </a:spcAft>
              <a:buNone/>
            </a:pPr>
            <a:r>
              <a:rPr lang="en-GB" sz="1000">
                <a:solidFill>
                  <a:schemeClr val="dk1"/>
                </a:solidFill>
                <a:latin typeface="Gill Sans"/>
                <a:ea typeface="Gill Sans"/>
                <a:cs typeface="Gill Sans"/>
                <a:sym typeface="Gill Sans"/>
              </a:rPr>
              <a:t>	&lt;tr&gt;</a:t>
            </a:r>
            <a:endParaRPr/>
          </a:p>
          <a:p>
            <a:pPr indent="0" lvl="0" marL="0" marR="0" rtl="0" algn="l">
              <a:spcBef>
                <a:spcPts val="0"/>
              </a:spcBef>
              <a:spcAft>
                <a:spcPts val="0"/>
              </a:spcAft>
              <a:buNone/>
            </a:pPr>
            <a:r>
              <a:rPr lang="en-GB" sz="1000">
                <a:solidFill>
                  <a:schemeClr val="dk1"/>
                </a:solidFill>
                <a:latin typeface="Gill Sans"/>
                <a:ea typeface="Gill Sans"/>
                <a:cs typeface="Gill Sans"/>
                <a:sym typeface="Gill Sans"/>
              </a:rPr>
              <a:t>	&lt;td&gt;'.$row["studentid"].'&lt;/td&gt;</a:t>
            </a:r>
            <a:endParaRPr/>
          </a:p>
          <a:p>
            <a:pPr indent="0" lvl="0" marL="0" marR="0" rtl="0" algn="l">
              <a:spcBef>
                <a:spcPts val="0"/>
              </a:spcBef>
              <a:spcAft>
                <a:spcPts val="0"/>
              </a:spcAft>
              <a:buNone/>
            </a:pPr>
            <a:r>
              <a:rPr lang="en-GB" sz="1000">
                <a:solidFill>
                  <a:schemeClr val="dk1"/>
                </a:solidFill>
                <a:latin typeface="Gill Sans"/>
                <a:ea typeface="Gill Sans"/>
                <a:cs typeface="Gill Sans"/>
                <a:sym typeface="Gill Sans"/>
              </a:rPr>
              <a:t>	&lt;td&gt;'.$row["studentnumber"].'&lt;/td&gt;</a:t>
            </a:r>
            <a:endParaRPr/>
          </a:p>
          <a:p>
            <a:pPr indent="0" lvl="0" marL="0" marR="0" rtl="0" algn="l">
              <a:spcBef>
                <a:spcPts val="0"/>
              </a:spcBef>
              <a:spcAft>
                <a:spcPts val="0"/>
              </a:spcAft>
              <a:buNone/>
            </a:pPr>
            <a:r>
              <a:rPr lang="en-GB" sz="1000">
                <a:solidFill>
                  <a:schemeClr val="dk1"/>
                </a:solidFill>
                <a:latin typeface="Gill Sans"/>
                <a:ea typeface="Gill Sans"/>
                <a:cs typeface="Gill Sans"/>
                <a:sym typeface="Gill Sans"/>
              </a:rPr>
              <a:t>	&lt;td&gt;'.$row["studentname"].'&lt;/td&gt;</a:t>
            </a:r>
            <a:endParaRPr/>
          </a:p>
          <a:p>
            <a:pPr indent="0" lvl="0" marL="0" marR="0" rtl="0" algn="l">
              <a:spcBef>
                <a:spcPts val="0"/>
              </a:spcBef>
              <a:spcAft>
                <a:spcPts val="0"/>
              </a:spcAft>
              <a:buNone/>
            </a:pPr>
            <a:r>
              <a:rPr lang="en-GB" sz="1000">
                <a:solidFill>
                  <a:schemeClr val="dk1"/>
                </a:solidFill>
                <a:latin typeface="Gill Sans"/>
                <a:ea typeface="Gill Sans"/>
                <a:cs typeface="Gill Sans"/>
                <a:sym typeface="Gill Sans"/>
              </a:rPr>
              <a:t>	&lt;td&gt;'.$row["studentpassword"].'&lt;/td&gt;</a:t>
            </a:r>
            <a:endParaRPr/>
          </a:p>
          <a:p>
            <a:pPr indent="0" lvl="0" marL="0" marR="0" rtl="0" algn="l">
              <a:spcBef>
                <a:spcPts val="0"/>
              </a:spcBef>
              <a:spcAft>
                <a:spcPts val="0"/>
              </a:spcAft>
              <a:buNone/>
            </a:pPr>
            <a:r>
              <a:rPr lang="en-GB" sz="1000">
                <a:solidFill>
                  <a:schemeClr val="dk1"/>
                </a:solidFill>
                <a:latin typeface="Gill Sans"/>
                <a:ea typeface="Gill Sans"/>
                <a:cs typeface="Gill Sans"/>
                <a:sym typeface="Gill Sans"/>
              </a:rPr>
              <a:t>	&lt;/tr&gt;</a:t>
            </a:r>
            <a:endParaRPr/>
          </a:p>
          <a:p>
            <a:pPr indent="0" lvl="0" marL="0" marR="0" rtl="0" algn="l">
              <a:spcBef>
                <a:spcPts val="0"/>
              </a:spcBef>
              <a:spcAft>
                <a:spcPts val="0"/>
              </a:spcAft>
              <a:buNone/>
            </a:pPr>
            <a:r>
              <a:rPr lang="en-GB" sz="1000">
                <a:solidFill>
                  <a:schemeClr val="dk1"/>
                </a:solidFill>
                <a:latin typeface="Gill Sans"/>
                <a:ea typeface="Gill Sans"/>
                <a:cs typeface="Gill Sans"/>
                <a:sym typeface="Gill Sans"/>
              </a:rPr>
              <a:t>	';</a:t>
            </a:r>
            <a:endParaRPr/>
          </a:p>
          <a:p>
            <a:pPr indent="0" lvl="0" marL="0" marR="0" rtl="0" algn="l">
              <a:spcBef>
                <a:spcPts val="0"/>
              </a:spcBef>
              <a:spcAft>
                <a:spcPts val="0"/>
              </a:spcAft>
              <a:buNone/>
            </a:pPr>
            <a:r>
              <a:rPr lang="en-GB" sz="1000">
                <a:solidFill>
                  <a:schemeClr val="dk1"/>
                </a:solidFill>
                <a:latin typeface="Gill Sans"/>
                <a:ea typeface="Gill Sans"/>
                <a:cs typeface="Gill Sans"/>
                <a:sym typeface="Gill Sans"/>
              </a:rPr>
              <a:t>    }</a:t>
            </a:r>
            <a:endParaRPr sz="1000">
              <a:solidFill>
                <a:schemeClr val="dk1"/>
              </a:solidFill>
              <a:latin typeface="Gill Sans"/>
              <a:ea typeface="Gill Sans"/>
              <a:cs typeface="Gill Sans"/>
              <a:sym typeface="Gill Sans"/>
            </a:endParaRPr>
          </a:p>
          <a:p>
            <a:pPr indent="0" lvl="0" marL="0" marR="0" rtl="0" algn="l">
              <a:spcBef>
                <a:spcPts val="0"/>
              </a:spcBef>
              <a:spcAft>
                <a:spcPts val="0"/>
              </a:spcAft>
              <a:buNone/>
            </a:pPr>
            <a:r>
              <a:rPr lang="en-GB" sz="1000">
                <a:solidFill>
                  <a:schemeClr val="dk1"/>
                </a:solidFill>
                <a:latin typeface="Gill Sans"/>
                <a:ea typeface="Gill Sans"/>
                <a:cs typeface="Gill Sans"/>
                <a:sym typeface="Gill Sans"/>
              </a:rPr>
              <a:t>    echo $output;</a:t>
            </a:r>
            <a:endParaRPr/>
          </a:p>
          <a:p>
            <a:pPr indent="0" lvl="0" marL="0" marR="0" rtl="0" algn="l">
              <a:spcBef>
                <a:spcPts val="0"/>
              </a:spcBef>
              <a:spcAft>
                <a:spcPts val="0"/>
              </a:spcAft>
              <a:buNone/>
            </a:pPr>
            <a:r>
              <a:rPr lang="en-GB" sz="1000">
                <a:solidFill>
                  <a:schemeClr val="dk1"/>
                </a:solidFill>
                <a:latin typeface="Gill Sans"/>
                <a:ea typeface="Gill Sans"/>
                <a:cs typeface="Gill Sans"/>
                <a:sym typeface="Gill Sans"/>
              </a:rPr>
              <a:t> }else{</a:t>
            </a:r>
            <a:endParaRPr/>
          </a:p>
          <a:p>
            <a:pPr indent="0" lvl="0" marL="0" marR="0" rtl="0" algn="l">
              <a:spcBef>
                <a:spcPts val="0"/>
              </a:spcBef>
              <a:spcAft>
                <a:spcPts val="0"/>
              </a:spcAft>
              <a:buNone/>
            </a:pPr>
            <a:r>
              <a:rPr lang="en-GB" sz="1000">
                <a:solidFill>
                  <a:schemeClr val="dk1"/>
                </a:solidFill>
                <a:latin typeface="Gill Sans"/>
                <a:ea typeface="Gill Sans"/>
                <a:cs typeface="Gill Sans"/>
                <a:sym typeface="Gill Sans"/>
              </a:rPr>
              <a:t>    echo 'Data Not Found';</a:t>
            </a:r>
            <a:endParaRPr/>
          </a:p>
          <a:p>
            <a:pPr indent="0" lvl="0" marL="0" marR="0" rtl="0" algn="l">
              <a:spcBef>
                <a:spcPts val="0"/>
              </a:spcBef>
              <a:spcAft>
                <a:spcPts val="0"/>
              </a:spcAft>
              <a:buNone/>
            </a:pPr>
            <a:r>
              <a:rPr lang="en-GB" sz="1000">
                <a:solidFill>
                  <a:schemeClr val="dk1"/>
                </a:solidFill>
                <a:latin typeface="Gill Sans"/>
                <a:ea typeface="Gill Sans"/>
                <a:cs typeface="Gill Sans"/>
                <a:sym typeface="Gill Sans"/>
              </a:rPr>
              <a:t> }</a:t>
            </a:r>
            <a:endParaRPr sz="1000">
              <a:solidFill>
                <a:schemeClr val="dk1"/>
              </a:solidFill>
              <a:latin typeface="Gill Sans"/>
              <a:ea typeface="Gill Sans"/>
              <a:cs typeface="Gill Sans"/>
              <a:sym typeface="Gill Sans"/>
            </a:endParaRPr>
          </a:p>
          <a:p>
            <a:pPr indent="0" lvl="0" marL="0" marR="0" rtl="0" algn="l">
              <a:spcBef>
                <a:spcPts val="0"/>
              </a:spcBef>
              <a:spcAft>
                <a:spcPts val="0"/>
              </a:spcAft>
              <a:buNone/>
            </a:pPr>
            <a:r>
              <a:rPr lang="en-GB" sz="1000">
                <a:solidFill>
                  <a:schemeClr val="dk1"/>
                </a:solidFill>
                <a:latin typeface="Gill Sans"/>
                <a:ea typeface="Gill Sans"/>
                <a:cs typeface="Gill Sans"/>
                <a:sym typeface="Gill Sans"/>
              </a:rPr>
              <a:t>}else{</a:t>
            </a:r>
            <a:endParaRPr/>
          </a:p>
          <a:p>
            <a:pPr indent="0" lvl="0" marL="0" marR="0" rtl="0" algn="l">
              <a:spcBef>
                <a:spcPts val="0"/>
              </a:spcBef>
              <a:spcAft>
                <a:spcPts val="0"/>
              </a:spcAft>
              <a:buNone/>
            </a:pPr>
            <a:r>
              <a:rPr lang="en-GB" sz="1000">
                <a:solidFill>
                  <a:schemeClr val="dk1"/>
                </a:solidFill>
                <a:latin typeface="Gill Sans"/>
                <a:ea typeface="Gill Sans"/>
                <a:cs typeface="Gill Sans"/>
                <a:sym typeface="Gill Sans"/>
              </a:rPr>
              <a:t>  echo 'Data Not Found';</a:t>
            </a:r>
            <a:endParaRPr/>
          </a:p>
          <a:p>
            <a:pPr indent="0" lvl="0" marL="0" marR="0" rtl="0" algn="l">
              <a:spcBef>
                <a:spcPts val="0"/>
              </a:spcBef>
              <a:spcAft>
                <a:spcPts val="0"/>
              </a:spcAft>
              <a:buNone/>
            </a:pPr>
            <a:r>
              <a:rPr lang="en-GB" sz="1000">
                <a:solidFill>
                  <a:schemeClr val="dk1"/>
                </a:solidFill>
                <a:latin typeface="Gill Sans"/>
                <a:ea typeface="Gill Sans"/>
                <a:cs typeface="Gill Sans"/>
                <a:sym typeface="Gill Sans"/>
              </a:rPr>
              <a:t>}</a:t>
            </a:r>
            <a:endParaRPr/>
          </a:p>
          <a:p>
            <a:pPr indent="0" lvl="0" marL="0" marR="0" rtl="0" algn="l">
              <a:spcBef>
                <a:spcPts val="0"/>
              </a:spcBef>
              <a:spcAft>
                <a:spcPts val="0"/>
              </a:spcAft>
              <a:buNone/>
            </a:pPr>
            <a:r>
              <a:t/>
            </a:r>
            <a:endParaRPr sz="1000">
              <a:solidFill>
                <a:schemeClr val="dk1"/>
              </a:solidFill>
              <a:latin typeface="Gill Sans"/>
              <a:ea typeface="Gill Sans"/>
              <a:cs typeface="Gill Sans"/>
              <a:sym typeface="Gill Sans"/>
            </a:endParaRPr>
          </a:p>
          <a:p>
            <a:pPr indent="0" lvl="0" marL="0" marR="0" rtl="0" algn="l">
              <a:spcBef>
                <a:spcPts val="0"/>
              </a:spcBef>
              <a:spcAft>
                <a:spcPts val="0"/>
              </a:spcAft>
              <a:buNone/>
            </a:pPr>
            <a:r>
              <a:rPr lang="en-GB" sz="1000">
                <a:solidFill>
                  <a:schemeClr val="dk1"/>
                </a:solidFill>
                <a:latin typeface="Gill Sans"/>
                <a:ea typeface="Gill Sans"/>
                <a:cs typeface="Gill Sans"/>
                <a:sym typeface="Gill Sans"/>
              </a:rPr>
              <a:t>?&gt;</a:t>
            </a:r>
            <a:endParaRPr/>
          </a:p>
        </p:txBody>
      </p:sp>
      <p:pic>
        <p:nvPicPr>
          <p:cNvPr id="381" name="Google Shape;381;p39"/>
          <p:cNvPicPr preferRelativeResize="0"/>
          <p:nvPr/>
        </p:nvPicPr>
        <p:blipFill rotWithShape="1">
          <a:blip r:embed="rId3">
            <a:alphaModFix/>
          </a:blip>
          <a:srcRect b="0" l="0" r="0" t="0"/>
          <a:stretch/>
        </p:blipFill>
        <p:spPr>
          <a:xfrm>
            <a:off x="7175831" y="4883943"/>
            <a:ext cx="1472871" cy="1585913"/>
          </a:xfrm>
          <a:prstGeom prst="rect">
            <a:avLst/>
          </a:prstGeom>
          <a:noFill/>
          <a:ln>
            <a:noFill/>
          </a:ln>
        </p:spPr>
      </p:pic>
      <p:sp>
        <p:nvSpPr>
          <p:cNvPr id="382" name="Google Shape;382;p39"/>
          <p:cNvSpPr/>
          <p:nvPr/>
        </p:nvSpPr>
        <p:spPr>
          <a:xfrm>
            <a:off x="6667500" y="2590800"/>
            <a:ext cx="1879929" cy="1905000"/>
          </a:xfrm>
          <a:prstGeom prst="wedgeEllipseCallout">
            <a:avLst>
              <a:gd fmla="val -11917" name="adj1"/>
              <a:gd fmla="val 97451" name="adj2"/>
            </a:avLst>
          </a:prstGeom>
          <a:solidFill>
            <a:schemeClr val="accent1"/>
          </a:solidFill>
          <a:ln cap="flat" cmpd="sng" w="19050">
            <a:solidFill>
              <a:srgbClr val="535A7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chemeClr val="lt1"/>
                </a:solidFill>
                <a:latin typeface="Gill Sans"/>
                <a:ea typeface="Gill Sans"/>
                <a:cs typeface="Gill Sans"/>
                <a:sym typeface="Gill Sans"/>
              </a:rPr>
              <a:t>Save as </a:t>
            </a:r>
            <a:r>
              <a:rPr b="1" lang="en-GB" sz="1800">
                <a:solidFill>
                  <a:srgbClr val="FFFF00"/>
                </a:solidFill>
                <a:latin typeface="Gill Sans"/>
                <a:ea typeface="Gill Sans"/>
                <a:cs typeface="Gill Sans"/>
                <a:sym typeface="Gill Sans"/>
              </a:rPr>
              <a:t>fetch.php </a:t>
            </a:r>
            <a:r>
              <a:rPr lang="en-GB" sz="1800">
                <a:solidFill>
                  <a:schemeClr val="lt1"/>
                </a:solidFill>
                <a:latin typeface="Gill Sans"/>
                <a:ea typeface="Gill Sans"/>
                <a:cs typeface="Gill Sans"/>
                <a:sym typeface="Gill Sans"/>
              </a:rPr>
              <a:t>inside </a:t>
            </a:r>
            <a:r>
              <a:rPr lang="en-GB" sz="1800">
                <a:solidFill>
                  <a:srgbClr val="FFFF00"/>
                </a:solidFill>
                <a:latin typeface="Gill Sans"/>
                <a:ea typeface="Gill Sans"/>
                <a:cs typeface="Gill Sans"/>
                <a:sym typeface="Gill Sans"/>
              </a:rPr>
              <a:t>phpweb </a:t>
            </a:r>
            <a:r>
              <a:rPr lang="en-GB" sz="1800">
                <a:solidFill>
                  <a:schemeClr val="lt1"/>
                </a:solidFill>
                <a:latin typeface="Gill Sans"/>
                <a:ea typeface="Gill Sans"/>
                <a:cs typeface="Gill Sans"/>
                <a:sym typeface="Gill Sans"/>
              </a:rPr>
              <a:t>folder</a:t>
            </a:r>
            <a:endParaRPr sz="1800">
              <a:solidFill>
                <a:schemeClr val="lt1"/>
              </a:solidFill>
              <a:latin typeface="Gill Sans"/>
              <a:ea typeface="Gill Sans"/>
              <a:cs typeface="Gill Sans"/>
              <a:sym typeface="Gill Sans"/>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40"/>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Extending your work to Android App</a:t>
            </a:r>
            <a:endParaRPr/>
          </a:p>
        </p:txBody>
      </p:sp>
      <p:sp>
        <p:nvSpPr>
          <p:cNvPr id="389" name="Google Shape;389;p40"/>
          <p:cNvSpPr txBox="1"/>
          <p:nvPr>
            <p:ph idx="1" type="body"/>
          </p:nvPr>
        </p:nvSpPr>
        <p:spPr>
          <a:xfrm>
            <a:off x="457200" y="1219200"/>
            <a:ext cx="8229600" cy="5105400"/>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1976"/>
              <a:buChar char="🞂"/>
            </a:pPr>
            <a:r>
              <a:rPr lang="en-GB"/>
              <a:t>Now that your PHP program is running, you can extend it to be accessible to mobile platform. In this case, we are going to focus on Android application.</a:t>
            </a:r>
            <a:endParaRPr/>
          </a:p>
          <a:p>
            <a:pPr indent="-274320" lvl="0" marL="274320" rtl="0" algn="l">
              <a:spcBef>
                <a:spcPts val="600"/>
              </a:spcBef>
              <a:spcAft>
                <a:spcPts val="0"/>
              </a:spcAft>
              <a:buSzPts val="1976"/>
              <a:buChar char="🞂"/>
            </a:pPr>
            <a:r>
              <a:rPr lang="en-GB"/>
              <a:t>There is an easy way to develop your mobile application using free tools available on the internet.</a:t>
            </a:r>
            <a:endParaRPr/>
          </a:p>
          <a:p>
            <a:pPr indent="-274320" lvl="0" marL="274320" rtl="0" algn="l">
              <a:spcBef>
                <a:spcPts val="600"/>
              </a:spcBef>
              <a:spcAft>
                <a:spcPts val="0"/>
              </a:spcAft>
              <a:buSzPts val="1976"/>
              <a:buChar char="🞂"/>
            </a:pPr>
            <a:r>
              <a:rPr lang="en-GB"/>
              <a:t>You will need a google account to accomplish this task in order to log in to the system.</a:t>
            </a:r>
            <a:endParaRPr/>
          </a:p>
          <a:p>
            <a:pPr indent="-274320" lvl="0" marL="274320" rtl="0" algn="l">
              <a:spcBef>
                <a:spcPts val="600"/>
              </a:spcBef>
              <a:spcAft>
                <a:spcPts val="0"/>
              </a:spcAft>
              <a:buSzPts val="1976"/>
              <a:buChar char="🞂"/>
            </a:pPr>
            <a:r>
              <a:rPr lang="en-GB"/>
              <a:t>The resource is located at </a:t>
            </a:r>
            <a:r>
              <a:rPr lang="en-GB" u="sng">
                <a:solidFill>
                  <a:schemeClr val="hlink"/>
                </a:solidFill>
                <a:hlinkClick r:id="rId3"/>
              </a:rPr>
              <a:t>https://ai2.appinventor.mit.edu</a:t>
            </a:r>
            <a:endParaRPr/>
          </a:p>
          <a:p>
            <a:pPr indent="-274320" lvl="0" marL="274320" rtl="0" algn="l">
              <a:spcBef>
                <a:spcPts val="600"/>
              </a:spcBef>
              <a:spcAft>
                <a:spcPts val="0"/>
              </a:spcAft>
              <a:buSzPts val="1976"/>
              <a:buChar char="🞂"/>
            </a:pPr>
            <a:r>
              <a:rPr lang="en-GB"/>
              <a:t>The program will utilize the CRUD functions that we have covered previously.</a:t>
            </a:r>
            <a:endParaRPr/>
          </a:p>
          <a:p>
            <a:pPr indent="-274320" lvl="0" marL="274320" rtl="0" algn="l">
              <a:spcBef>
                <a:spcPts val="600"/>
              </a:spcBef>
              <a:spcAft>
                <a:spcPts val="0"/>
              </a:spcAft>
              <a:buSzPts val="1976"/>
              <a:buChar char="🞂"/>
            </a:pPr>
            <a:r>
              <a:rPr lang="en-GB"/>
              <a:t>Change the IP address in the block programming according to your settings</a:t>
            </a:r>
            <a:endParaRPr/>
          </a:p>
          <a:p>
            <a:pPr indent="-148844" lvl="0" marL="274320" rtl="0" algn="l">
              <a:spcBef>
                <a:spcPts val="600"/>
              </a:spcBef>
              <a:spcAft>
                <a:spcPts val="0"/>
              </a:spcAft>
              <a:buSzPts val="1976"/>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41"/>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Preparing the Environment</a:t>
            </a:r>
            <a:endParaRPr/>
          </a:p>
        </p:txBody>
      </p:sp>
      <p:sp>
        <p:nvSpPr>
          <p:cNvPr id="395" name="Google Shape;395;p41"/>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Char char="🞂"/>
            </a:pPr>
            <a:r>
              <a:rPr lang="en-GB"/>
              <a:t>You can either choose to test your application on your android hand phone or to run an emulator in your computer.</a:t>
            </a:r>
            <a:endParaRPr/>
          </a:p>
          <a:p>
            <a:pPr indent="-274320" lvl="0" marL="274320" rtl="0" algn="l">
              <a:spcBef>
                <a:spcPts val="600"/>
              </a:spcBef>
              <a:spcAft>
                <a:spcPts val="0"/>
              </a:spcAft>
              <a:buSzPts val="1976"/>
              <a:buChar char="🞂"/>
            </a:pPr>
            <a:r>
              <a:rPr lang="en-GB"/>
              <a:t>Your hand phone must be installed with MIT AI2 Companion and must be in the same network as your computer in order for the setting to work. (Hint: Hotspot or wireless network)</a:t>
            </a:r>
            <a:endParaRPr/>
          </a:p>
          <a:p>
            <a:pPr indent="-274320" lvl="0" marL="274320" rtl="0" algn="l">
              <a:spcBef>
                <a:spcPts val="600"/>
              </a:spcBef>
              <a:spcAft>
                <a:spcPts val="0"/>
              </a:spcAft>
              <a:buSzPts val="1976"/>
              <a:buChar char="🞂"/>
            </a:pPr>
            <a:r>
              <a:rPr lang="en-GB"/>
              <a:t>Your computer must be installed with </a:t>
            </a:r>
            <a:r>
              <a:rPr b="1" lang="en-GB"/>
              <a:t>MIT_Appinventor_Tools_2.3.0 </a:t>
            </a:r>
            <a:r>
              <a:rPr lang="en-GB"/>
              <a:t>in order for emulator to work. (https://appinventor.mit.edu/explore/ai2/windows.html)</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42"/>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Step 1: Preparing PHP JSON (Listing)</a:t>
            </a:r>
            <a:endParaRPr/>
          </a:p>
        </p:txBody>
      </p:sp>
      <p:sp>
        <p:nvSpPr>
          <p:cNvPr id="401" name="Google Shape;401;p42"/>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l">
              <a:spcBef>
                <a:spcPts val="0"/>
              </a:spcBef>
              <a:spcAft>
                <a:spcPts val="0"/>
              </a:spcAft>
              <a:buSzPct val="76000"/>
              <a:buChar char="🞂"/>
            </a:pPr>
            <a:r>
              <a:rPr lang="en-GB"/>
              <a:t>Results from the web server ought to be in the form of JavaScript Object Notation (JSON)</a:t>
            </a:r>
            <a:endParaRPr/>
          </a:p>
          <a:p>
            <a:pPr indent="-274320" lvl="0" marL="274320" rtl="0" algn="l">
              <a:spcBef>
                <a:spcPts val="600"/>
              </a:spcBef>
              <a:spcAft>
                <a:spcPts val="0"/>
              </a:spcAft>
              <a:buSzPct val="76000"/>
              <a:buChar char="🞂"/>
            </a:pPr>
            <a:r>
              <a:rPr lang="en-GB"/>
              <a:t>Create a php file to contain the following code</a:t>
            </a:r>
            <a:endParaRPr/>
          </a:p>
          <a:p>
            <a:pPr indent="-158254" lvl="0" marL="274320" rtl="0" algn="l">
              <a:spcBef>
                <a:spcPts val="600"/>
              </a:spcBef>
              <a:spcAft>
                <a:spcPts val="0"/>
              </a:spcAft>
              <a:buSzPct val="76000"/>
              <a:buNone/>
            </a:pPr>
            <a:r>
              <a:t/>
            </a:r>
            <a:endParaRPr/>
          </a:p>
          <a:p>
            <a:pPr indent="-158254" lvl="0" marL="274320" rtl="0" algn="l">
              <a:spcBef>
                <a:spcPts val="600"/>
              </a:spcBef>
              <a:spcAft>
                <a:spcPts val="0"/>
              </a:spcAft>
              <a:buSzPct val="76000"/>
              <a:buNone/>
            </a:pPr>
            <a:r>
              <a:t/>
            </a:r>
            <a:endParaRPr/>
          </a:p>
          <a:p>
            <a:pPr indent="-158254" lvl="0" marL="274320" rtl="0" algn="l">
              <a:spcBef>
                <a:spcPts val="600"/>
              </a:spcBef>
              <a:spcAft>
                <a:spcPts val="0"/>
              </a:spcAft>
              <a:buSzPct val="76000"/>
              <a:buNone/>
            </a:pPr>
            <a:r>
              <a:t/>
            </a:r>
            <a:endParaRPr/>
          </a:p>
          <a:p>
            <a:pPr indent="-158254" lvl="0" marL="274320" rtl="0" algn="l">
              <a:spcBef>
                <a:spcPts val="600"/>
              </a:spcBef>
              <a:spcAft>
                <a:spcPts val="0"/>
              </a:spcAft>
              <a:buSzPct val="76000"/>
              <a:buNone/>
            </a:pPr>
            <a:r>
              <a:t/>
            </a:r>
            <a:endParaRPr/>
          </a:p>
          <a:p>
            <a:pPr indent="-158254" lvl="0" marL="274320" rtl="0" algn="l">
              <a:spcBef>
                <a:spcPts val="600"/>
              </a:spcBef>
              <a:spcAft>
                <a:spcPts val="0"/>
              </a:spcAft>
              <a:buSzPct val="76000"/>
              <a:buNone/>
            </a:pPr>
            <a:r>
              <a:t/>
            </a:r>
            <a:endParaRPr/>
          </a:p>
          <a:p>
            <a:pPr indent="-158254" lvl="0" marL="274320" rtl="0" algn="l">
              <a:spcBef>
                <a:spcPts val="600"/>
              </a:spcBef>
              <a:spcAft>
                <a:spcPts val="0"/>
              </a:spcAft>
              <a:buSzPct val="76000"/>
              <a:buNone/>
            </a:pPr>
            <a:r>
              <a:t/>
            </a:r>
            <a:endParaRPr/>
          </a:p>
          <a:p>
            <a:pPr indent="0" lvl="0" marL="0" rtl="0" algn="l">
              <a:spcBef>
                <a:spcPts val="600"/>
              </a:spcBef>
              <a:spcAft>
                <a:spcPts val="0"/>
              </a:spcAft>
              <a:buSzPct val="76000"/>
              <a:buNone/>
            </a:pPr>
            <a:r>
              <a:t/>
            </a:r>
            <a:endParaRPr/>
          </a:p>
          <a:p>
            <a:pPr indent="0" lvl="0" marL="0" rtl="0" algn="l">
              <a:spcBef>
                <a:spcPts val="600"/>
              </a:spcBef>
              <a:spcAft>
                <a:spcPts val="0"/>
              </a:spcAft>
              <a:buSzPct val="76000"/>
              <a:buNone/>
            </a:pPr>
            <a:r>
              <a:t/>
            </a:r>
            <a:endParaRPr/>
          </a:p>
          <a:p>
            <a:pPr indent="-274320" lvl="0" marL="274320" rtl="0" algn="l">
              <a:spcBef>
                <a:spcPts val="600"/>
              </a:spcBef>
              <a:spcAft>
                <a:spcPts val="0"/>
              </a:spcAft>
              <a:buSzPct val="76000"/>
              <a:buChar char="🞂"/>
            </a:pPr>
            <a:r>
              <a:rPr lang="en-GB"/>
              <a:t>You may test the code in your browser to see the results</a:t>
            </a:r>
            <a:endParaRPr/>
          </a:p>
        </p:txBody>
      </p:sp>
      <p:sp>
        <p:nvSpPr>
          <p:cNvPr id="402" name="Google Shape;402;p42"/>
          <p:cNvSpPr txBox="1"/>
          <p:nvPr/>
        </p:nvSpPr>
        <p:spPr>
          <a:xfrm>
            <a:off x="762000" y="2438400"/>
            <a:ext cx="6477000" cy="31393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Gill Sans"/>
                <a:ea typeface="Gill Sans"/>
                <a:cs typeface="Gill Sans"/>
                <a:sym typeface="Gill Sans"/>
              </a:rPr>
              <a:t>&lt;?php</a:t>
            </a:r>
            <a:endParaRPr/>
          </a:p>
          <a:p>
            <a:pPr indent="0" lvl="0" marL="0" marR="0" rtl="0" algn="l">
              <a:spcBef>
                <a:spcPts val="0"/>
              </a:spcBef>
              <a:spcAft>
                <a:spcPts val="0"/>
              </a:spcAft>
              <a:buNone/>
            </a:pPr>
            <a:r>
              <a:rPr lang="en-GB" sz="1800">
                <a:solidFill>
                  <a:schemeClr val="dk1"/>
                </a:solidFill>
                <a:latin typeface="Gill Sans"/>
                <a:ea typeface="Gill Sans"/>
                <a:cs typeface="Gill Sans"/>
                <a:sym typeface="Gill Sans"/>
              </a:rPr>
              <a:t>include("dbconn.php");</a:t>
            </a:r>
            <a:endParaRPr/>
          </a:p>
          <a:p>
            <a:pPr indent="0" lvl="0" marL="0" marR="0" rtl="0" algn="l">
              <a:spcBef>
                <a:spcPts val="0"/>
              </a:spcBef>
              <a:spcAft>
                <a:spcPts val="0"/>
              </a:spcAft>
              <a:buNone/>
            </a:pPr>
            <a:r>
              <a:rPr lang="en-GB" sz="1800">
                <a:solidFill>
                  <a:schemeClr val="dk1"/>
                </a:solidFill>
                <a:latin typeface="Gill Sans"/>
                <a:ea typeface="Gill Sans"/>
                <a:cs typeface="Gill Sans"/>
                <a:sym typeface="Gill Sans"/>
              </a:rPr>
              <a:t>$sql="select * from student";</a:t>
            </a:r>
            <a:endParaRPr/>
          </a:p>
          <a:p>
            <a:pPr indent="0" lvl="0" marL="0" marR="0" rtl="0" algn="l">
              <a:spcBef>
                <a:spcPts val="0"/>
              </a:spcBef>
              <a:spcAft>
                <a:spcPts val="0"/>
              </a:spcAft>
              <a:buNone/>
            </a:pPr>
            <a:r>
              <a:rPr lang="en-GB" sz="1800">
                <a:solidFill>
                  <a:schemeClr val="dk1"/>
                </a:solidFill>
                <a:latin typeface="Gill Sans"/>
                <a:ea typeface="Gill Sans"/>
                <a:cs typeface="Gill Sans"/>
                <a:sym typeface="Gill Sans"/>
              </a:rPr>
              <a:t>$res=mysqli_query($dbconn,$sql) or die(mysqli_error($dbconn));</a:t>
            </a:r>
            <a:endParaRPr/>
          </a:p>
          <a:p>
            <a:pPr indent="0" lvl="0" marL="0" marR="0" rtl="0" algn="l">
              <a:spcBef>
                <a:spcPts val="0"/>
              </a:spcBef>
              <a:spcAft>
                <a:spcPts val="0"/>
              </a:spcAft>
              <a:buNone/>
            </a:pPr>
            <a:r>
              <a:rPr lang="en-GB" sz="1800">
                <a:solidFill>
                  <a:schemeClr val="dk1"/>
                </a:solidFill>
                <a:latin typeface="Gill Sans"/>
                <a:ea typeface="Gill Sans"/>
                <a:cs typeface="Gill Sans"/>
                <a:sym typeface="Gill Sans"/>
              </a:rPr>
              <a:t>while($r=mysqli_fetch_array($res,MYSQLI_ASSOC)){</a:t>
            </a:r>
            <a:endParaRPr/>
          </a:p>
          <a:p>
            <a:pPr indent="0" lvl="0" marL="0" marR="0" rtl="0" algn="l">
              <a:spcBef>
                <a:spcPts val="0"/>
              </a:spcBef>
              <a:spcAft>
                <a:spcPts val="0"/>
              </a:spcAft>
              <a:buNone/>
            </a:pPr>
            <a:r>
              <a:rPr lang="en-GB" sz="1800">
                <a:solidFill>
                  <a:schemeClr val="dk1"/>
                </a:solidFill>
                <a:latin typeface="Gill Sans"/>
                <a:ea typeface="Gill Sans"/>
                <a:cs typeface="Gill Sans"/>
                <a:sym typeface="Gill Sans"/>
              </a:rPr>
              <a:t>	$json[]=$r;</a:t>
            </a:r>
            <a:endParaRPr/>
          </a:p>
          <a:p>
            <a:pPr indent="0" lvl="0" marL="0" marR="0" rtl="0" algn="l">
              <a:spcBef>
                <a:spcPts val="0"/>
              </a:spcBef>
              <a:spcAft>
                <a:spcPts val="0"/>
              </a:spcAft>
              <a:buNone/>
            </a:pPr>
            <a:r>
              <a:rPr lang="en-GB" sz="1800">
                <a:solidFill>
                  <a:schemeClr val="dk1"/>
                </a:solidFill>
                <a:latin typeface="Gill Sans"/>
                <a:ea typeface="Gill Sans"/>
                <a:cs typeface="Gill Sans"/>
                <a:sym typeface="Gill Sans"/>
              </a:rPr>
              <a:t>}</a:t>
            </a:r>
            <a:endParaRPr/>
          </a:p>
          <a:p>
            <a:pPr indent="0" lvl="0" marL="0" marR="0" rtl="0" algn="l">
              <a:spcBef>
                <a:spcPts val="0"/>
              </a:spcBef>
              <a:spcAft>
                <a:spcPts val="0"/>
              </a:spcAft>
              <a:buNone/>
            </a:pPr>
            <a:r>
              <a:rPr lang="en-GB" sz="1800">
                <a:solidFill>
                  <a:schemeClr val="dk1"/>
                </a:solidFill>
                <a:latin typeface="Gill Sans"/>
                <a:ea typeface="Gill Sans"/>
                <a:cs typeface="Gill Sans"/>
                <a:sym typeface="Gill Sans"/>
              </a:rPr>
              <a:t>echo json_encode($json,JSON_UNESCAPED_UNICODE);</a:t>
            </a:r>
            <a:endParaRPr/>
          </a:p>
          <a:p>
            <a:pPr indent="0" lvl="0" marL="0" marR="0" rtl="0" algn="l">
              <a:spcBef>
                <a:spcPts val="0"/>
              </a:spcBef>
              <a:spcAft>
                <a:spcPts val="0"/>
              </a:spcAft>
              <a:buNone/>
            </a:pPr>
            <a:r>
              <a:rPr lang="en-GB" sz="1800">
                <a:solidFill>
                  <a:schemeClr val="dk1"/>
                </a:solidFill>
                <a:latin typeface="Gill Sans"/>
                <a:ea typeface="Gill Sans"/>
                <a:cs typeface="Gill Sans"/>
                <a:sym typeface="Gill Sans"/>
              </a:rPr>
              <a:t>mysqli_free_result($res);</a:t>
            </a:r>
            <a:endParaRPr/>
          </a:p>
          <a:p>
            <a:pPr indent="0" lvl="0" marL="0" marR="0" rtl="0" algn="l">
              <a:spcBef>
                <a:spcPts val="0"/>
              </a:spcBef>
              <a:spcAft>
                <a:spcPts val="0"/>
              </a:spcAft>
              <a:buNone/>
            </a:pPr>
            <a:r>
              <a:rPr lang="en-GB" sz="1800">
                <a:solidFill>
                  <a:schemeClr val="dk1"/>
                </a:solidFill>
                <a:latin typeface="Gill Sans"/>
                <a:ea typeface="Gill Sans"/>
                <a:cs typeface="Gill Sans"/>
                <a:sym typeface="Gill Sans"/>
              </a:rPr>
              <a:t>mysqli_close($dbconn);</a:t>
            </a:r>
            <a:endParaRPr/>
          </a:p>
          <a:p>
            <a:pPr indent="0" lvl="0" marL="0" marR="0" rtl="0" algn="l">
              <a:spcBef>
                <a:spcPts val="0"/>
              </a:spcBef>
              <a:spcAft>
                <a:spcPts val="0"/>
              </a:spcAft>
              <a:buNone/>
            </a:pPr>
            <a:r>
              <a:rPr lang="en-GB" sz="1800">
                <a:solidFill>
                  <a:schemeClr val="dk1"/>
                </a:solidFill>
                <a:latin typeface="Gill Sans"/>
                <a:ea typeface="Gill Sans"/>
                <a:cs typeface="Gill Sans"/>
                <a:sym typeface="Gill Sans"/>
              </a:rPr>
              <a:t>?&gt;</a:t>
            </a:r>
            <a:endParaRPr/>
          </a:p>
        </p:txBody>
      </p:sp>
      <p:pic>
        <p:nvPicPr>
          <p:cNvPr id="403" name="Google Shape;403;p42"/>
          <p:cNvPicPr preferRelativeResize="0"/>
          <p:nvPr/>
        </p:nvPicPr>
        <p:blipFill rotWithShape="1">
          <a:blip r:embed="rId3">
            <a:alphaModFix/>
          </a:blip>
          <a:srcRect b="0" l="0" r="0" t="0"/>
          <a:stretch/>
        </p:blipFill>
        <p:spPr>
          <a:xfrm>
            <a:off x="7543800" y="3931443"/>
            <a:ext cx="1472871" cy="1585913"/>
          </a:xfrm>
          <a:prstGeom prst="rect">
            <a:avLst/>
          </a:prstGeom>
          <a:noFill/>
          <a:ln>
            <a:noFill/>
          </a:ln>
        </p:spPr>
      </p:pic>
      <p:sp>
        <p:nvSpPr>
          <p:cNvPr id="404" name="Google Shape;404;p42"/>
          <p:cNvSpPr/>
          <p:nvPr/>
        </p:nvSpPr>
        <p:spPr>
          <a:xfrm>
            <a:off x="7035469" y="1638300"/>
            <a:ext cx="1879929" cy="1905000"/>
          </a:xfrm>
          <a:prstGeom prst="wedgeEllipseCallout">
            <a:avLst>
              <a:gd fmla="val -11917" name="adj1"/>
              <a:gd fmla="val 97451" name="adj2"/>
            </a:avLst>
          </a:prstGeom>
          <a:solidFill>
            <a:schemeClr val="accent1"/>
          </a:solidFill>
          <a:ln cap="flat" cmpd="sng" w="19050">
            <a:solidFill>
              <a:srgbClr val="535A7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chemeClr val="lt1"/>
                </a:solidFill>
                <a:latin typeface="Gill Sans"/>
                <a:ea typeface="Gill Sans"/>
                <a:cs typeface="Gill Sans"/>
                <a:sym typeface="Gill Sans"/>
              </a:rPr>
              <a:t>Save as </a:t>
            </a:r>
            <a:r>
              <a:rPr b="1" lang="en-GB" sz="1800">
                <a:solidFill>
                  <a:srgbClr val="FFFF00"/>
                </a:solidFill>
                <a:latin typeface="Gill Sans"/>
                <a:ea typeface="Gill Sans"/>
                <a:cs typeface="Gill Sans"/>
                <a:sym typeface="Gill Sans"/>
              </a:rPr>
              <a:t>list.php </a:t>
            </a:r>
            <a:r>
              <a:rPr lang="en-GB" sz="1800">
                <a:solidFill>
                  <a:schemeClr val="lt1"/>
                </a:solidFill>
                <a:latin typeface="Gill Sans"/>
                <a:ea typeface="Gill Sans"/>
                <a:cs typeface="Gill Sans"/>
                <a:sym typeface="Gill Sans"/>
              </a:rPr>
              <a:t>inside </a:t>
            </a:r>
            <a:r>
              <a:rPr lang="en-GB" sz="1800">
                <a:solidFill>
                  <a:srgbClr val="FFFF00"/>
                </a:solidFill>
                <a:latin typeface="Gill Sans"/>
                <a:ea typeface="Gill Sans"/>
                <a:cs typeface="Gill Sans"/>
                <a:sym typeface="Gill Sans"/>
              </a:rPr>
              <a:t>phpweb </a:t>
            </a:r>
            <a:r>
              <a:rPr lang="en-GB" sz="1800">
                <a:solidFill>
                  <a:schemeClr val="lt1"/>
                </a:solidFill>
                <a:latin typeface="Gill Sans"/>
                <a:ea typeface="Gill Sans"/>
                <a:cs typeface="Gill Sans"/>
                <a:sym typeface="Gill Sans"/>
              </a:rPr>
              <a:t>folder</a:t>
            </a:r>
            <a:endParaRPr sz="1800">
              <a:solidFill>
                <a:schemeClr val="lt1"/>
              </a:solidFill>
              <a:latin typeface="Gill Sans"/>
              <a:ea typeface="Gill Sans"/>
              <a:cs typeface="Gill Sans"/>
              <a:sym typeface="Gill Sans"/>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43"/>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Step 2: Making Listing Screen</a:t>
            </a:r>
            <a:endParaRPr/>
          </a:p>
        </p:txBody>
      </p:sp>
      <p:sp>
        <p:nvSpPr>
          <p:cNvPr id="410" name="Google Shape;410;p43"/>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Char char="🞂"/>
            </a:pPr>
            <a:r>
              <a:rPr lang="en-GB"/>
              <a:t>Log on to ai2.appinventor.mit.edu and create a program called student</a:t>
            </a:r>
            <a:endParaRPr/>
          </a:p>
          <a:p>
            <a:pPr indent="-274320" lvl="0" marL="274320" rtl="0" algn="l">
              <a:spcBef>
                <a:spcPts val="600"/>
              </a:spcBef>
              <a:spcAft>
                <a:spcPts val="0"/>
              </a:spcAft>
              <a:buSzPts val="1976"/>
              <a:buChar char="🞂"/>
            </a:pPr>
            <a:r>
              <a:rPr lang="en-GB"/>
              <a:t>From the palette, drag listview into the viewer. (User Interface -&gt; ListView)</a:t>
            </a:r>
            <a:endParaRPr/>
          </a:p>
          <a:p>
            <a:pPr indent="-274320" lvl="0" marL="274320" rtl="0" algn="l">
              <a:spcBef>
                <a:spcPts val="600"/>
              </a:spcBef>
              <a:spcAft>
                <a:spcPts val="0"/>
              </a:spcAft>
              <a:buSzPts val="1976"/>
              <a:buChar char="🞂"/>
            </a:pPr>
            <a:r>
              <a:rPr lang="en-GB"/>
              <a:t>Drag Horizontal Arrangement into the viewer, and a button into the Horizontal Arrangement. (Layout -&gt; HorizontalArrangement)(User Interface -&gt; Button)</a:t>
            </a:r>
            <a:endParaRPr/>
          </a:p>
          <a:p>
            <a:pPr indent="-274320" lvl="0" marL="274320" rtl="0" algn="l">
              <a:spcBef>
                <a:spcPts val="600"/>
              </a:spcBef>
              <a:spcAft>
                <a:spcPts val="0"/>
              </a:spcAft>
              <a:buSzPts val="1976"/>
              <a:buChar char="🞂"/>
            </a:pPr>
            <a:r>
              <a:rPr lang="en-GB"/>
              <a:t>Set HorizontalArrangement width to fill parent.</a:t>
            </a:r>
            <a:endParaRPr/>
          </a:p>
          <a:p>
            <a:pPr indent="-274320" lvl="0" marL="274320" rtl="0" algn="l">
              <a:spcBef>
                <a:spcPts val="600"/>
              </a:spcBef>
              <a:spcAft>
                <a:spcPts val="0"/>
              </a:spcAft>
              <a:buSzPts val="1976"/>
              <a:buChar char="🞂"/>
            </a:pPr>
            <a:r>
              <a:rPr lang="en-GB"/>
              <a:t>Drag User Interface -&gt; Notifier into the viewer</a:t>
            </a:r>
            <a:endParaRPr/>
          </a:p>
          <a:p>
            <a:pPr indent="-274320" lvl="0" marL="274320" rtl="0" algn="l">
              <a:spcBef>
                <a:spcPts val="600"/>
              </a:spcBef>
              <a:spcAft>
                <a:spcPts val="0"/>
              </a:spcAft>
              <a:buSzPts val="1976"/>
              <a:buChar char="🞂"/>
            </a:pPr>
            <a:r>
              <a:rPr lang="en-GB"/>
              <a:t>Drag Connectivity -&gt; Web into the viewer</a:t>
            </a:r>
            <a:endParaRPr/>
          </a:p>
          <a:p>
            <a:pPr indent="-148844" lvl="0" marL="274320" rtl="0" algn="l">
              <a:spcBef>
                <a:spcPts val="600"/>
              </a:spcBef>
              <a:spcAft>
                <a:spcPts val="0"/>
              </a:spcAft>
              <a:buSzPts val="1976"/>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44"/>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The Screen1 screen</a:t>
            </a:r>
            <a:endParaRPr/>
          </a:p>
        </p:txBody>
      </p:sp>
      <p:pic>
        <p:nvPicPr>
          <p:cNvPr id="416" name="Google Shape;416;p44"/>
          <p:cNvPicPr preferRelativeResize="0"/>
          <p:nvPr>
            <p:ph idx="1" type="body"/>
          </p:nvPr>
        </p:nvPicPr>
        <p:blipFill rotWithShape="1">
          <a:blip r:embed="rId3">
            <a:alphaModFix/>
          </a:blip>
          <a:srcRect b="0" l="0" r="0" t="0"/>
          <a:stretch/>
        </p:blipFill>
        <p:spPr>
          <a:xfrm>
            <a:off x="2125908" y="1219200"/>
            <a:ext cx="4892183" cy="493712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45"/>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Step 2: Continue…</a:t>
            </a:r>
            <a:endParaRPr/>
          </a:p>
        </p:txBody>
      </p:sp>
      <p:sp>
        <p:nvSpPr>
          <p:cNvPr id="422" name="Google Shape;422;p45"/>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Char char="🞂"/>
            </a:pPr>
            <a:r>
              <a:rPr lang="en-GB"/>
              <a:t>Now click on the Blocks button at the top right hand corner of the page on your browser.</a:t>
            </a:r>
            <a:endParaRPr/>
          </a:p>
          <a:p>
            <a:pPr indent="-274320" lvl="0" marL="274320" rtl="0" algn="l">
              <a:spcBef>
                <a:spcPts val="600"/>
              </a:spcBef>
              <a:spcAft>
                <a:spcPts val="0"/>
              </a:spcAft>
              <a:buSzPts val="1976"/>
              <a:buChar char="🞂"/>
            </a:pPr>
            <a:r>
              <a:rPr lang="en-GB"/>
              <a:t>We are going to do some block coding when we launch the screen</a:t>
            </a:r>
            <a:endParaRPr/>
          </a:p>
          <a:p>
            <a:pPr indent="-274320" lvl="0" marL="274320" rtl="0" algn="l">
              <a:spcBef>
                <a:spcPts val="600"/>
              </a:spcBef>
              <a:spcAft>
                <a:spcPts val="0"/>
              </a:spcAft>
              <a:buSzPts val="1976"/>
              <a:buChar char="🞂"/>
            </a:pPr>
            <a:r>
              <a:rPr lang="en-GB"/>
              <a:t>After that, you may test the application either using the emulator or you phone</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46"/>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Block Code for the first page</a:t>
            </a:r>
            <a:endParaRPr/>
          </a:p>
        </p:txBody>
      </p:sp>
      <p:pic>
        <p:nvPicPr>
          <p:cNvPr id="428" name="Google Shape;428;p46"/>
          <p:cNvPicPr preferRelativeResize="0"/>
          <p:nvPr>
            <p:ph idx="1" type="body"/>
          </p:nvPr>
        </p:nvPicPr>
        <p:blipFill rotWithShape="1">
          <a:blip r:embed="rId3">
            <a:alphaModFix/>
          </a:blip>
          <a:srcRect b="0" l="0" r="0" t="0"/>
          <a:stretch/>
        </p:blipFill>
        <p:spPr>
          <a:xfrm>
            <a:off x="2270059" y="1219200"/>
            <a:ext cx="4603881" cy="4937125"/>
          </a:xfrm>
          <a:prstGeom prst="rect">
            <a:avLst/>
          </a:prstGeom>
          <a:noFill/>
          <a:ln>
            <a:noFill/>
          </a:ln>
        </p:spPr>
      </p:pic>
      <p:pic>
        <p:nvPicPr>
          <p:cNvPr id="429" name="Google Shape;429;p46"/>
          <p:cNvPicPr preferRelativeResize="0"/>
          <p:nvPr/>
        </p:nvPicPr>
        <p:blipFill rotWithShape="1">
          <a:blip r:embed="rId4">
            <a:alphaModFix/>
          </a:blip>
          <a:srcRect b="0" l="0" r="0" t="0"/>
          <a:stretch/>
        </p:blipFill>
        <p:spPr>
          <a:xfrm>
            <a:off x="6172200" y="2514600"/>
            <a:ext cx="2638793" cy="2038635"/>
          </a:xfrm>
          <a:prstGeom prst="rect">
            <a:avLst/>
          </a:prstGeom>
          <a:noFill/>
          <a:ln>
            <a:noFill/>
          </a:ln>
        </p:spPr>
      </p:pic>
      <p:sp>
        <p:nvSpPr>
          <p:cNvPr id="430" name="Google Shape;430;p46"/>
          <p:cNvSpPr/>
          <p:nvPr/>
        </p:nvSpPr>
        <p:spPr>
          <a:xfrm>
            <a:off x="6934200" y="4724400"/>
            <a:ext cx="1752599" cy="1295400"/>
          </a:xfrm>
          <a:custGeom>
            <a:rect b="b" l="l" r="r" t="t"/>
            <a:pathLst>
              <a:path extrusionOk="0" h="120000" w="120000">
                <a:moveTo>
                  <a:pt x="0" y="0"/>
                </a:moveTo>
                <a:lnTo>
                  <a:pt x="120000" y="0"/>
                </a:lnTo>
                <a:lnTo>
                  <a:pt x="120000" y="120000"/>
                </a:lnTo>
                <a:lnTo>
                  <a:pt x="0" y="120000"/>
                </a:lnTo>
                <a:close/>
              </a:path>
              <a:path extrusionOk="0" fill="none" h="120000" w="120000">
                <a:moveTo>
                  <a:pt x="-3199" y="64036"/>
                </a:moveTo>
                <a:lnTo>
                  <a:pt x="-65090" y="22571"/>
                </a:lnTo>
                <a:lnTo>
                  <a:pt x="-135611" y="-63379"/>
                </a:lnTo>
              </a:path>
            </a:pathLst>
          </a:custGeom>
          <a:solidFill>
            <a:schemeClr val="accent1"/>
          </a:solidFill>
          <a:ln cap="flat" cmpd="sng" w="19050">
            <a:solidFill>
              <a:srgbClr val="535A7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400">
                <a:solidFill>
                  <a:schemeClr val="lt1"/>
                </a:solidFill>
                <a:latin typeface="Gill Sans"/>
                <a:ea typeface="Gill Sans"/>
                <a:cs typeface="Gill Sans"/>
                <a:sym typeface="Gill Sans"/>
              </a:rPr>
              <a:t>This refers to the 2</a:t>
            </a:r>
            <a:r>
              <a:rPr baseline="30000" lang="en-GB" sz="1400">
                <a:solidFill>
                  <a:schemeClr val="lt1"/>
                </a:solidFill>
                <a:latin typeface="Gill Sans"/>
                <a:ea typeface="Gill Sans"/>
                <a:cs typeface="Gill Sans"/>
                <a:sym typeface="Gill Sans"/>
              </a:rPr>
              <a:t>nd</a:t>
            </a:r>
            <a:r>
              <a:rPr lang="en-GB" sz="1400">
                <a:solidFill>
                  <a:schemeClr val="lt1"/>
                </a:solidFill>
                <a:latin typeface="Gill Sans"/>
                <a:ea typeface="Gill Sans"/>
                <a:cs typeface="Gill Sans"/>
                <a:sym typeface="Gill Sans"/>
              </a:rPr>
              <a:t> column of JSON [2, hamid, 124 etc ]</a:t>
            </a:r>
            <a:endParaRPr sz="1400">
              <a:solidFill>
                <a:schemeClr val="lt1"/>
              </a:solidFill>
              <a:latin typeface="Gill Sans"/>
              <a:ea typeface="Gill Sans"/>
              <a:cs typeface="Gill Sans"/>
              <a:sym typeface="Gill Sans"/>
            </a:endParaRPr>
          </a:p>
        </p:txBody>
      </p:sp>
      <p:sp>
        <p:nvSpPr>
          <p:cNvPr id="431" name="Google Shape;431;p46"/>
          <p:cNvSpPr/>
          <p:nvPr/>
        </p:nvSpPr>
        <p:spPr>
          <a:xfrm>
            <a:off x="6553200" y="1219200"/>
            <a:ext cx="2362200" cy="1143000"/>
          </a:xfrm>
          <a:custGeom>
            <a:rect b="b" l="l" r="r" t="t"/>
            <a:pathLst>
              <a:path extrusionOk="0" h="120000" w="120000">
                <a:moveTo>
                  <a:pt x="0" y="0"/>
                </a:moveTo>
                <a:lnTo>
                  <a:pt x="120000" y="0"/>
                </a:lnTo>
                <a:lnTo>
                  <a:pt x="120000" y="120000"/>
                </a:lnTo>
                <a:lnTo>
                  <a:pt x="0" y="120000"/>
                </a:lnTo>
                <a:close/>
              </a:path>
              <a:path extrusionOk="0" fill="none" h="120000" w="120000">
                <a:moveTo>
                  <a:pt x="-950" y="2552"/>
                </a:moveTo>
                <a:lnTo>
                  <a:pt x="-21810" y="219487"/>
                </a:lnTo>
                <a:lnTo>
                  <a:pt x="-42125" y="221026"/>
                </a:lnTo>
              </a:path>
            </a:pathLst>
          </a:custGeom>
          <a:solidFill>
            <a:schemeClr val="accent1"/>
          </a:solidFill>
          <a:ln cap="flat" cmpd="sng" w="19050">
            <a:solidFill>
              <a:srgbClr val="535A7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400">
                <a:solidFill>
                  <a:schemeClr val="lt1"/>
                </a:solidFill>
                <a:latin typeface="Gill Sans"/>
                <a:ea typeface="Gill Sans"/>
                <a:cs typeface="Gill Sans"/>
                <a:sym typeface="Gill Sans"/>
              </a:rPr>
              <a:t>This refers to which element</a:t>
            </a:r>
            <a:endParaRPr/>
          </a:p>
          <a:p>
            <a:pPr indent="0" lvl="0" marL="0" marR="0" rtl="0" algn="ctr">
              <a:spcBef>
                <a:spcPts val="0"/>
              </a:spcBef>
              <a:spcAft>
                <a:spcPts val="0"/>
              </a:spcAft>
              <a:buNone/>
            </a:pPr>
            <a:r>
              <a:rPr lang="en-GB" sz="1400">
                <a:solidFill>
                  <a:schemeClr val="lt1"/>
                </a:solidFill>
                <a:latin typeface="Gill Sans"/>
                <a:ea typeface="Gill Sans"/>
                <a:cs typeface="Gill Sans"/>
                <a:sym typeface="Gill Sans"/>
              </a:rPr>
              <a:t>2 refers to [hamid, aja ajaja] (studentname)</a:t>
            </a:r>
            <a:endParaRPr/>
          </a:p>
          <a:p>
            <a:pPr indent="0" lvl="0" marL="0" marR="0" rtl="0" algn="ctr">
              <a:spcBef>
                <a:spcPts val="0"/>
              </a:spcBef>
              <a:spcAft>
                <a:spcPts val="0"/>
              </a:spcAft>
              <a:buNone/>
            </a:pPr>
            <a:r>
              <a:rPr lang="en-GB" sz="1400">
                <a:solidFill>
                  <a:schemeClr val="lt1"/>
                </a:solidFill>
                <a:latin typeface="Gill Sans"/>
                <a:ea typeface="Gill Sans"/>
                <a:cs typeface="Gill Sans"/>
                <a:sym typeface="Gill Sans"/>
              </a:rPr>
              <a:t>1 refers to [2, 3] (studentid)</a:t>
            </a:r>
            <a:endParaRPr sz="1400">
              <a:solidFill>
                <a:schemeClr val="lt1"/>
              </a:solidFill>
              <a:latin typeface="Gill Sans"/>
              <a:ea typeface="Gill Sans"/>
              <a:cs typeface="Gill Sans"/>
              <a:sym typeface="Gill Sans"/>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47"/>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Block Code Explanation</a:t>
            </a:r>
            <a:endParaRPr/>
          </a:p>
        </p:txBody>
      </p:sp>
      <p:sp>
        <p:nvSpPr>
          <p:cNvPr id="437" name="Google Shape;437;p47"/>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Char char="🞂"/>
            </a:pPr>
            <a:r>
              <a:rPr lang="en-GB"/>
              <a:t>Initialize global listkey to create empty list</a:t>
            </a:r>
            <a:endParaRPr/>
          </a:p>
          <a:p>
            <a:pPr indent="-274320" lvl="1" marL="548640" rtl="0" algn="l">
              <a:spcBef>
                <a:spcPts val="500"/>
              </a:spcBef>
              <a:spcAft>
                <a:spcPts val="0"/>
              </a:spcAft>
              <a:buSzPts val="1748"/>
              <a:buChar char="🞂"/>
            </a:pPr>
            <a:r>
              <a:rPr lang="en-GB"/>
              <a:t>This is to create a global list variable in which we store info</a:t>
            </a:r>
            <a:endParaRPr/>
          </a:p>
          <a:p>
            <a:pPr indent="-274320" lvl="0" marL="274320" rtl="0" algn="l">
              <a:spcBef>
                <a:spcPts val="600"/>
              </a:spcBef>
              <a:spcAft>
                <a:spcPts val="0"/>
              </a:spcAft>
              <a:buSzPts val="1976"/>
              <a:buChar char="🞂"/>
            </a:pPr>
            <a:r>
              <a:rPr lang="en-GB"/>
              <a:t>Screen1.Initialized is a block to execute when we run the program. In this case, we perform the GET method and we will receive results in JSON</a:t>
            </a:r>
            <a:endParaRPr/>
          </a:p>
          <a:p>
            <a:pPr indent="-274320" lvl="0" marL="274320" rtl="0" algn="l">
              <a:spcBef>
                <a:spcPts val="600"/>
              </a:spcBef>
              <a:spcAft>
                <a:spcPts val="0"/>
              </a:spcAft>
              <a:buSzPts val="1976"/>
              <a:buChar char="🞂"/>
            </a:pPr>
            <a:r>
              <a:rPr lang="en-GB"/>
              <a:t>Web1.GotText is another block to execute after we received the JSON results. For a list of response codes from web server, refer </a:t>
            </a:r>
            <a:r>
              <a:rPr lang="en-GB" u="sng">
                <a:solidFill>
                  <a:schemeClr val="hlink"/>
                </a:solidFill>
                <a:hlinkClick r:id="rId3"/>
              </a:rPr>
              <a:t>https://en.wikipedia.org/wiki/List_of_HTTP_status_codes</a:t>
            </a:r>
            <a:endParaRPr/>
          </a:p>
          <a:p>
            <a:pPr indent="-274320" lvl="0" marL="274320" rtl="0" algn="l">
              <a:spcBef>
                <a:spcPts val="600"/>
              </a:spcBef>
              <a:spcAft>
                <a:spcPts val="0"/>
              </a:spcAft>
              <a:buSzPts val="1976"/>
              <a:buChar char="🞂"/>
            </a:pPr>
            <a:r>
              <a:rPr lang="en-GB"/>
              <a:t>We then decode and populate the results into ListView</a:t>
            </a:r>
            <a:endParaRPr/>
          </a:p>
          <a:p>
            <a:pPr indent="-274320" lvl="0" marL="274320" rtl="0" algn="l">
              <a:spcBef>
                <a:spcPts val="600"/>
              </a:spcBef>
              <a:spcAft>
                <a:spcPts val="0"/>
              </a:spcAft>
              <a:buSzPts val="1976"/>
              <a:buChar char="🞂"/>
            </a:pPr>
            <a:r>
              <a:rPr lang="en-GB"/>
              <a:t>Otherwise, we will display the error in the notifier</a:t>
            </a:r>
            <a:endParaRPr/>
          </a:p>
          <a:p>
            <a:pPr indent="-148844" lvl="0" marL="274320" rtl="0" algn="l">
              <a:spcBef>
                <a:spcPts val="600"/>
              </a:spcBef>
              <a:spcAft>
                <a:spcPts val="0"/>
              </a:spcAft>
              <a:buSzPts val="1976"/>
              <a:buNone/>
            </a:pPr>
            <a:r>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48"/>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Block Code Explanation</a:t>
            </a:r>
            <a:endParaRPr/>
          </a:p>
        </p:txBody>
      </p:sp>
      <p:sp>
        <p:nvSpPr>
          <p:cNvPr id="443" name="Google Shape;443;p48"/>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Char char="🞂"/>
            </a:pPr>
            <a:r>
              <a:rPr lang="en-GB"/>
              <a:t>ListView1.AfterPicking is to allow user to pick the list for further listing. Eventually, this action will open another screen called scrEdit and we also pass the global variable that we have set earlier.</a:t>
            </a:r>
            <a:endParaRPr/>
          </a:p>
          <a:p>
            <a:pPr indent="-274320" lvl="0" marL="274320" rtl="0" algn="l">
              <a:spcBef>
                <a:spcPts val="600"/>
              </a:spcBef>
              <a:spcAft>
                <a:spcPts val="0"/>
              </a:spcAft>
              <a:buSzPts val="1976"/>
              <a:buChar char="🞂"/>
            </a:pPr>
            <a:r>
              <a:rPr lang="en-GB"/>
              <a:t>btn_add.Click is yet another block to execute should the button is clicked. In this case, it will open another screen called add.</a:t>
            </a:r>
            <a:endParaRPr/>
          </a:p>
          <a:p>
            <a:pPr indent="-274320" lvl="0" marL="274320" rtl="0" algn="l">
              <a:spcBef>
                <a:spcPts val="600"/>
              </a:spcBef>
              <a:spcAft>
                <a:spcPts val="0"/>
              </a:spcAft>
              <a:buSzPts val="1976"/>
              <a:buChar char="🞂"/>
            </a:pPr>
            <a:r>
              <a:rPr lang="en-GB"/>
              <a:t>You can switch between screens by selecting the pull down menu on the top of the viewer.</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49"/>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Step 3: The Add Screen</a:t>
            </a:r>
            <a:endParaRPr/>
          </a:p>
        </p:txBody>
      </p:sp>
      <p:sp>
        <p:nvSpPr>
          <p:cNvPr id="449" name="Google Shape;449;p49"/>
          <p:cNvSpPr txBox="1"/>
          <p:nvPr>
            <p:ph idx="1" type="body"/>
          </p:nvPr>
        </p:nvSpPr>
        <p:spPr>
          <a:xfrm>
            <a:off x="457200" y="1219200"/>
            <a:ext cx="8229600" cy="5334000"/>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l">
              <a:spcBef>
                <a:spcPts val="0"/>
              </a:spcBef>
              <a:spcAft>
                <a:spcPts val="0"/>
              </a:spcAft>
              <a:buSzPct val="76000"/>
              <a:buChar char="🞂"/>
            </a:pPr>
            <a:r>
              <a:rPr lang="en-GB"/>
              <a:t>From the Screen1, clicking on the add button will initialize screen add.</a:t>
            </a:r>
            <a:endParaRPr/>
          </a:p>
          <a:p>
            <a:pPr indent="-274320" lvl="0" marL="274320" rtl="0" algn="l">
              <a:spcBef>
                <a:spcPts val="600"/>
              </a:spcBef>
              <a:spcAft>
                <a:spcPts val="0"/>
              </a:spcAft>
              <a:buSzPct val="76000"/>
              <a:buChar char="🞂"/>
            </a:pPr>
            <a:r>
              <a:rPr lang="en-GB"/>
              <a:t>You will need a PHP service to handle adding data to the database for this to work.</a:t>
            </a:r>
            <a:endParaRPr/>
          </a:p>
          <a:p>
            <a:pPr indent="-158254" lvl="0" marL="274320" rtl="0" algn="l">
              <a:spcBef>
                <a:spcPts val="600"/>
              </a:spcBef>
              <a:spcAft>
                <a:spcPts val="0"/>
              </a:spcAft>
              <a:buSzPct val="76000"/>
              <a:buNone/>
            </a:pPr>
            <a:r>
              <a:t/>
            </a:r>
            <a:endParaRPr/>
          </a:p>
          <a:p>
            <a:pPr indent="-158254" lvl="0" marL="274320" rtl="0" algn="l">
              <a:spcBef>
                <a:spcPts val="600"/>
              </a:spcBef>
              <a:spcAft>
                <a:spcPts val="0"/>
              </a:spcAft>
              <a:buSzPct val="76000"/>
              <a:buNone/>
            </a:pPr>
            <a:r>
              <a:t/>
            </a:r>
            <a:endParaRPr/>
          </a:p>
          <a:p>
            <a:pPr indent="-158254" lvl="0" marL="274320" rtl="0" algn="l">
              <a:spcBef>
                <a:spcPts val="600"/>
              </a:spcBef>
              <a:spcAft>
                <a:spcPts val="0"/>
              </a:spcAft>
              <a:buSzPct val="76000"/>
              <a:buNone/>
            </a:pPr>
            <a:r>
              <a:t/>
            </a:r>
            <a:endParaRPr/>
          </a:p>
          <a:p>
            <a:pPr indent="-158254" lvl="0" marL="274320" rtl="0" algn="l">
              <a:spcBef>
                <a:spcPts val="600"/>
              </a:spcBef>
              <a:spcAft>
                <a:spcPts val="0"/>
              </a:spcAft>
              <a:buSzPct val="76000"/>
              <a:buNone/>
            </a:pPr>
            <a:r>
              <a:t/>
            </a:r>
            <a:endParaRPr/>
          </a:p>
          <a:p>
            <a:pPr indent="-158254" lvl="0" marL="274320" rtl="0" algn="l">
              <a:spcBef>
                <a:spcPts val="600"/>
              </a:spcBef>
              <a:spcAft>
                <a:spcPts val="0"/>
              </a:spcAft>
              <a:buSzPct val="76000"/>
              <a:buNone/>
            </a:pPr>
            <a:r>
              <a:t/>
            </a:r>
            <a:endParaRPr/>
          </a:p>
          <a:p>
            <a:pPr indent="-158254" lvl="0" marL="274320" rtl="0" algn="l">
              <a:spcBef>
                <a:spcPts val="600"/>
              </a:spcBef>
              <a:spcAft>
                <a:spcPts val="0"/>
              </a:spcAft>
              <a:buSzPct val="76000"/>
              <a:buNone/>
            </a:pPr>
            <a:r>
              <a:t/>
            </a:r>
            <a:endParaRPr/>
          </a:p>
          <a:p>
            <a:pPr indent="-158254" lvl="0" marL="274320" rtl="0" algn="l">
              <a:spcBef>
                <a:spcPts val="600"/>
              </a:spcBef>
              <a:spcAft>
                <a:spcPts val="0"/>
              </a:spcAft>
              <a:buSzPct val="76000"/>
              <a:buNone/>
            </a:pPr>
            <a:r>
              <a:t/>
            </a:r>
            <a:endParaRPr/>
          </a:p>
          <a:p>
            <a:pPr indent="-158254" lvl="0" marL="274320" rtl="0" algn="l">
              <a:spcBef>
                <a:spcPts val="600"/>
              </a:spcBef>
              <a:spcAft>
                <a:spcPts val="0"/>
              </a:spcAft>
              <a:buSzPct val="76000"/>
              <a:buNone/>
            </a:pPr>
            <a:r>
              <a:t/>
            </a:r>
            <a:endParaRPr/>
          </a:p>
          <a:p>
            <a:pPr indent="-274320" lvl="0" marL="274320" rtl="0" algn="l">
              <a:spcBef>
                <a:spcPts val="600"/>
              </a:spcBef>
              <a:spcAft>
                <a:spcPts val="0"/>
              </a:spcAft>
              <a:buSzPct val="76000"/>
              <a:buChar char="🞂"/>
            </a:pPr>
            <a:r>
              <a:rPr lang="en-GB"/>
              <a:t>Test your work in the browser</a:t>
            </a:r>
            <a:endParaRPr/>
          </a:p>
          <a:p>
            <a:pPr indent="-158254" lvl="0" marL="274320" rtl="0" algn="l">
              <a:spcBef>
                <a:spcPts val="600"/>
              </a:spcBef>
              <a:spcAft>
                <a:spcPts val="0"/>
              </a:spcAft>
              <a:buSzPct val="76000"/>
              <a:buNone/>
            </a:pPr>
            <a:r>
              <a:t/>
            </a:r>
            <a:endParaRPr/>
          </a:p>
          <a:p>
            <a:pPr indent="-158254" lvl="0" marL="274320" rtl="0" algn="l">
              <a:spcBef>
                <a:spcPts val="600"/>
              </a:spcBef>
              <a:spcAft>
                <a:spcPts val="0"/>
              </a:spcAft>
              <a:buSzPct val="76000"/>
              <a:buNone/>
            </a:pPr>
            <a:r>
              <a:t/>
            </a:r>
            <a:endParaRPr/>
          </a:p>
          <a:p>
            <a:pPr indent="-158254" lvl="0" marL="274320" rtl="0" algn="l">
              <a:spcBef>
                <a:spcPts val="600"/>
              </a:spcBef>
              <a:spcAft>
                <a:spcPts val="0"/>
              </a:spcAft>
              <a:buSzPct val="76000"/>
              <a:buNone/>
            </a:pPr>
            <a:r>
              <a:t/>
            </a:r>
            <a:endParaRPr/>
          </a:p>
          <a:p>
            <a:pPr indent="-158254" lvl="0" marL="274320" rtl="0" algn="l">
              <a:spcBef>
                <a:spcPts val="600"/>
              </a:spcBef>
              <a:spcAft>
                <a:spcPts val="0"/>
              </a:spcAft>
              <a:buSzPct val="76000"/>
              <a:buNone/>
            </a:pPr>
            <a:r>
              <a:t/>
            </a:r>
            <a:endParaRPr/>
          </a:p>
          <a:p>
            <a:pPr indent="-158254" lvl="0" marL="274320" rtl="0" algn="l">
              <a:spcBef>
                <a:spcPts val="600"/>
              </a:spcBef>
              <a:spcAft>
                <a:spcPts val="0"/>
              </a:spcAft>
              <a:buSzPct val="76000"/>
              <a:buNone/>
            </a:pPr>
            <a:r>
              <a:t/>
            </a:r>
            <a:endParaRPr/>
          </a:p>
          <a:p>
            <a:pPr indent="-158254" lvl="0" marL="274320" rtl="0" algn="l">
              <a:spcBef>
                <a:spcPts val="600"/>
              </a:spcBef>
              <a:spcAft>
                <a:spcPts val="0"/>
              </a:spcAft>
              <a:buSzPct val="76000"/>
              <a:buNone/>
            </a:pPr>
            <a:r>
              <a:t/>
            </a:r>
            <a:endParaRPr/>
          </a:p>
          <a:p>
            <a:pPr indent="-158254" lvl="0" marL="274320" rtl="0" algn="l">
              <a:spcBef>
                <a:spcPts val="600"/>
              </a:spcBef>
              <a:spcAft>
                <a:spcPts val="0"/>
              </a:spcAft>
              <a:buSzPct val="76000"/>
              <a:buNone/>
            </a:pPr>
            <a:r>
              <a:t/>
            </a:r>
            <a:endParaRPr/>
          </a:p>
        </p:txBody>
      </p:sp>
      <p:sp>
        <p:nvSpPr>
          <p:cNvPr id="450" name="Google Shape;450;p49"/>
          <p:cNvSpPr txBox="1"/>
          <p:nvPr/>
        </p:nvSpPr>
        <p:spPr>
          <a:xfrm>
            <a:off x="457200" y="2667000"/>
            <a:ext cx="7924800" cy="31393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Gill Sans"/>
                <a:ea typeface="Gill Sans"/>
                <a:cs typeface="Gill Sans"/>
                <a:sym typeface="Gill Sans"/>
              </a:rPr>
              <a:t>&lt;?php</a:t>
            </a:r>
            <a:endParaRPr/>
          </a:p>
          <a:p>
            <a:pPr indent="0" lvl="0" marL="0" marR="0" rtl="0" algn="l">
              <a:spcBef>
                <a:spcPts val="0"/>
              </a:spcBef>
              <a:spcAft>
                <a:spcPts val="0"/>
              </a:spcAft>
              <a:buNone/>
            </a:pPr>
            <a:r>
              <a:rPr lang="en-GB" sz="1800">
                <a:solidFill>
                  <a:schemeClr val="dk1"/>
                </a:solidFill>
                <a:latin typeface="Gill Sans"/>
                <a:ea typeface="Gill Sans"/>
                <a:cs typeface="Gill Sans"/>
                <a:sym typeface="Gill Sans"/>
              </a:rPr>
              <a:t>include("dbconn.php");</a:t>
            </a:r>
            <a:endParaRPr/>
          </a:p>
          <a:p>
            <a:pPr indent="0" lvl="0" marL="0" marR="0" rtl="0" algn="l">
              <a:spcBef>
                <a:spcPts val="0"/>
              </a:spcBef>
              <a:spcAft>
                <a:spcPts val="0"/>
              </a:spcAft>
              <a:buNone/>
            </a:pPr>
            <a:r>
              <a:rPr lang="en-GB" sz="1800">
                <a:solidFill>
                  <a:schemeClr val="dk1"/>
                </a:solidFill>
                <a:latin typeface="Gill Sans"/>
                <a:ea typeface="Gill Sans"/>
                <a:cs typeface="Gill Sans"/>
                <a:sym typeface="Gill Sans"/>
              </a:rPr>
              <a:t>$sname=@$_POST['sname']; //the @ is optional, to suppress error messages</a:t>
            </a:r>
            <a:endParaRPr sz="1800">
              <a:solidFill>
                <a:schemeClr val="dk1"/>
              </a:solidFill>
              <a:latin typeface="Gill Sans"/>
              <a:ea typeface="Gill Sans"/>
              <a:cs typeface="Gill Sans"/>
              <a:sym typeface="Gill Sans"/>
            </a:endParaRPr>
          </a:p>
          <a:p>
            <a:pPr indent="0" lvl="0" marL="0" marR="0" rtl="0" algn="l">
              <a:spcBef>
                <a:spcPts val="0"/>
              </a:spcBef>
              <a:spcAft>
                <a:spcPts val="0"/>
              </a:spcAft>
              <a:buNone/>
            </a:pPr>
            <a:r>
              <a:rPr lang="en-GB" sz="1800">
                <a:solidFill>
                  <a:schemeClr val="dk1"/>
                </a:solidFill>
                <a:latin typeface="Gill Sans"/>
                <a:ea typeface="Gill Sans"/>
                <a:cs typeface="Gill Sans"/>
                <a:sym typeface="Gill Sans"/>
              </a:rPr>
              <a:t>$snumber=@$_POST['snumber'];</a:t>
            </a:r>
            <a:endParaRPr/>
          </a:p>
          <a:p>
            <a:pPr indent="0" lvl="0" marL="0" marR="0" rtl="0" algn="l">
              <a:spcBef>
                <a:spcPts val="0"/>
              </a:spcBef>
              <a:spcAft>
                <a:spcPts val="0"/>
              </a:spcAft>
              <a:buNone/>
            </a:pPr>
            <a:r>
              <a:rPr lang="en-GB" sz="1800">
                <a:solidFill>
                  <a:schemeClr val="dk1"/>
                </a:solidFill>
                <a:latin typeface="Gill Sans"/>
                <a:ea typeface="Gill Sans"/>
                <a:cs typeface="Gill Sans"/>
                <a:sym typeface="Gill Sans"/>
              </a:rPr>
              <a:t>$suname=@$_POST['suname'];</a:t>
            </a:r>
            <a:endParaRPr/>
          </a:p>
          <a:p>
            <a:pPr indent="0" lvl="0" marL="0" marR="0" rtl="0" algn="l">
              <a:spcBef>
                <a:spcPts val="0"/>
              </a:spcBef>
              <a:spcAft>
                <a:spcPts val="0"/>
              </a:spcAft>
              <a:buNone/>
            </a:pPr>
            <a:r>
              <a:rPr lang="en-GB" sz="1800">
                <a:solidFill>
                  <a:schemeClr val="dk1"/>
                </a:solidFill>
                <a:latin typeface="Gill Sans"/>
                <a:ea typeface="Gill Sans"/>
                <a:cs typeface="Gill Sans"/>
                <a:sym typeface="Gill Sans"/>
              </a:rPr>
              <a:t>$spass=@$_POST['spass'];</a:t>
            </a:r>
            <a:endParaRPr/>
          </a:p>
          <a:p>
            <a:pPr indent="0" lvl="0" marL="0" marR="0" rtl="0" algn="l">
              <a:spcBef>
                <a:spcPts val="0"/>
              </a:spcBef>
              <a:spcAft>
                <a:spcPts val="0"/>
              </a:spcAft>
              <a:buNone/>
            </a:pPr>
            <a:r>
              <a:rPr lang="en-GB" sz="1800">
                <a:solidFill>
                  <a:schemeClr val="dk1"/>
                </a:solidFill>
                <a:latin typeface="Gill Sans"/>
                <a:ea typeface="Gill Sans"/>
                <a:cs typeface="Gill Sans"/>
                <a:sym typeface="Gill Sans"/>
              </a:rPr>
              <a:t>$sql="insert into student values(NULL,'$sname',$snumber,'$suname','$spass')";</a:t>
            </a:r>
            <a:endParaRPr/>
          </a:p>
          <a:p>
            <a:pPr indent="0" lvl="0" marL="0" marR="0" rtl="0" algn="l">
              <a:spcBef>
                <a:spcPts val="0"/>
              </a:spcBef>
              <a:spcAft>
                <a:spcPts val="0"/>
              </a:spcAft>
              <a:buNone/>
            </a:pPr>
            <a:r>
              <a:rPr lang="en-GB" sz="1800">
                <a:solidFill>
                  <a:schemeClr val="dk1"/>
                </a:solidFill>
                <a:latin typeface="Gill Sans"/>
                <a:ea typeface="Gill Sans"/>
                <a:cs typeface="Gill Sans"/>
                <a:sym typeface="Gill Sans"/>
              </a:rPr>
              <a:t>$res=mysqli_query($dbconn,$sql) or die(mysqli_error($dbconn));</a:t>
            </a:r>
            <a:endParaRPr/>
          </a:p>
          <a:p>
            <a:pPr indent="0" lvl="0" marL="0" marR="0" rtl="0" algn="l">
              <a:spcBef>
                <a:spcPts val="0"/>
              </a:spcBef>
              <a:spcAft>
                <a:spcPts val="0"/>
              </a:spcAft>
              <a:buNone/>
            </a:pPr>
            <a:r>
              <a:rPr lang="en-GB" sz="1800">
                <a:solidFill>
                  <a:schemeClr val="dk1"/>
                </a:solidFill>
                <a:latin typeface="Gill Sans"/>
                <a:ea typeface="Gill Sans"/>
                <a:cs typeface="Gill Sans"/>
                <a:sym typeface="Gill Sans"/>
              </a:rPr>
              <a:t>if ($res==1) echo "OK";</a:t>
            </a:r>
            <a:endParaRPr/>
          </a:p>
          <a:p>
            <a:pPr indent="0" lvl="0" marL="0" marR="0" rtl="0" algn="l">
              <a:spcBef>
                <a:spcPts val="0"/>
              </a:spcBef>
              <a:spcAft>
                <a:spcPts val="0"/>
              </a:spcAft>
              <a:buNone/>
            </a:pPr>
            <a:r>
              <a:rPr lang="en-GB" sz="1800">
                <a:solidFill>
                  <a:schemeClr val="dk1"/>
                </a:solidFill>
                <a:latin typeface="Gill Sans"/>
                <a:ea typeface="Gill Sans"/>
                <a:cs typeface="Gill Sans"/>
                <a:sym typeface="Gill Sans"/>
              </a:rPr>
              <a:t>mysqli_close($dbconn);</a:t>
            </a:r>
            <a:endParaRPr/>
          </a:p>
          <a:p>
            <a:pPr indent="0" lvl="0" marL="0" marR="0" rtl="0" algn="l">
              <a:spcBef>
                <a:spcPts val="0"/>
              </a:spcBef>
              <a:spcAft>
                <a:spcPts val="0"/>
              </a:spcAft>
              <a:buNone/>
            </a:pPr>
            <a:r>
              <a:rPr lang="en-GB" sz="1800">
                <a:solidFill>
                  <a:schemeClr val="dk1"/>
                </a:solidFill>
                <a:latin typeface="Gill Sans"/>
                <a:ea typeface="Gill Sans"/>
                <a:cs typeface="Gill Sans"/>
                <a:sym typeface="Gill Sans"/>
              </a:rPr>
              <a:t>?&gt;</a:t>
            </a:r>
            <a:endParaRPr/>
          </a:p>
        </p:txBody>
      </p:sp>
      <p:pic>
        <p:nvPicPr>
          <p:cNvPr id="451" name="Google Shape;451;p49"/>
          <p:cNvPicPr preferRelativeResize="0"/>
          <p:nvPr/>
        </p:nvPicPr>
        <p:blipFill rotWithShape="1">
          <a:blip r:embed="rId3">
            <a:alphaModFix/>
          </a:blip>
          <a:srcRect b="0" l="0" r="0" t="0"/>
          <a:stretch/>
        </p:blipFill>
        <p:spPr>
          <a:xfrm>
            <a:off x="7543800" y="4887467"/>
            <a:ext cx="1472871" cy="1585913"/>
          </a:xfrm>
          <a:prstGeom prst="rect">
            <a:avLst/>
          </a:prstGeom>
          <a:noFill/>
          <a:ln>
            <a:noFill/>
          </a:ln>
        </p:spPr>
      </p:pic>
      <p:sp>
        <p:nvSpPr>
          <p:cNvPr id="452" name="Google Shape;452;p49"/>
          <p:cNvSpPr/>
          <p:nvPr/>
        </p:nvSpPr>
        <p:spPr>
          <a:xfrm>
            <a:off x="5207164" y="5181600"/>
            <a:ext cx="1575129" cy="1572767"/>
          </a:xfrm>
          <a:prstGeom prst="wedgeEllipseCallout">
            <a:avLst>
              <a:gd fmla="val 110797" name="adj1"/>
              <a:gd fmla="val -15376" name="adj2"/>
            </a:avLst>
          </a:prstGeom>
          <a:solidFill>
            <a:schemeClr val="accent1"/>
          </a:solidFill>
          <a:ln cap="flat" cmpd="sng" w="19050">
            <a:solidFill>
              <a:srgbClr val="535A7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chemeClr val="lt1"/>
                </a:solidFill>
                <a:latin typeface="Gill Sans"/>
                <a:ea typeface="Gill Sans"/>
                <a:cs typeface="Gill Sans"/>
                <a:sym typeface="Gill Sans"/>
              </a:rPr>
              <a:t>Save as </a:t>
            </a:r>
            <a:r>
              <a:rPr b="1" lang="en-GB" sz="1800">
                <a:solidFill>
                  <a:srgbClr val="FFFF00"/>
                </a:solidFill>
                <a:latin typeface="Gill Sans"/>
                <a:ea typeface="Gill Sans"/>
                <a:cs typeface="Gill Sans"/>
                <a:sym typeface="Gill Sans"/>
              </a:rPr>
              <a:t>add.php </a:t>
            </a:r>
            <a:r>
              <a:rPr lang="en-GB" sz="1800">
                <a:solidFill>
                  <a:schemeClr val="lt1"/>
                </a:solidFill>
                <a:latin typeface="Gill Sans"/>
                <a:ea typeface="Gill Sans"/>
                <a:cs typeface="Gill Sans"/>
                <a:sym typeface="Gill Sans"/>
              </a:rPr>
              <a:t>inside </a:t>
            </a:r>
            <a:r>
              <a:rPr lang="en-GB" sz="1800">
                <a:solidFill>
                  <a:srgbClr val="FFFF00"/>
                </a:solidFill>
                <a:latin typeface="Gill Sans"/>
                <a:ea typeface="Gill Sans"/>
                <a:cs typeface="Gill Sans"/>
                <a:sym typeface="Gill Sans"/>
              </a:rPr>
              <a:t>phpweb </a:t>
            </a:r>
            <a:r>
              <a:rPr lang="en-GB" sz="1800">
                <a:solidFill>
                  <a:schemeClr val="lt1"/>
                </a:solidFill>
                <a:latin typeface="Gill Sans"/>
                <a:ea typeface="Gill Sans"/>
                <a:cs typeface="Gill Sans"/>
                <a:sym typeface="Gill Sans"/>
              </a:rPr>
              <a:t>folder</a:t>
            </a:r>
            <a:endParaRPr sz="1800">
              <a:solidFill>
                <a:schemeClr val="lt1"/>
              </a:solidFill>
              <a:latin typeface="Gill Sans"/>
              <a:ea typeface="Gill Sans"/>
              <a:cs typeface="Gill Sans"/>
              <a:sym typeface="Gill Sans"/>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50"/>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The add screen</a:t>
            </a:r>
            <a:endParaRPr/>
          </a:p>
        </p:txBody>
      </p:sp>
      <p:pic>
        <p:nvPicPr>
          <p:cNvPr id="458" name="Google Shape;458;p50"/>
          <p:cNvPicPr preferRelativeResize="0"/>
          <p:nvPr>
            <p:ph idx="1" type="body"/>
          </p:nvPr>
        </p:nvPicPr>
        <p:blipFill rotWithShape="1">
          <a:blip r:embed="rId3">
            <a:alphaModFix/>
          </a:blip>
          <a:srcRect b="0" l="0" r="0" t="0"/>
          <a:stretch/>
        </p:blipFill>
        <p:spPr>
          <a:xfrm>
            <a:off x="2119488" y="1219200"/>
            <a:ext cx="4905023" cy="4937125"/>
          </a:xfrm>
          <a:prstGeom prst="rect">
            <a:avLst/>
          </a:prstGeom>
          <a:noFill/>
          <a:ln>
            <a:noFill/>
          </a:ln>
        </p:spPr>
      </p:pic>
      <p:sp>
        <p:nvSpPr>
          <p:cNvPr id="459" name="Google Shape;459;p50"/>
          <p:cNvSpPr txBox="1"/>
          <p:nvPr/>
        </p:nvSpPr>
        <p:spPr>
          <a:xfrm>
            <a:off x="7086600" y="1905000"/>
            <a:ext cx="1600200" cy="5539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000">
                <a:solidFill>
                  <a:schemeClr val="dk1"/>
                </a:solidFill>
                <a:latin typeface="Gill Sans"/>
                <a:ea typeface="Gill Sans"/>
                <a:cs typeface="Gill Sans"/>
                <a:sym typeface="Gill Sans"/>
              </a:rPr>
              <a:t>Not necessary to put HorizontalArrangement in VerticalArrangement</a:t>
            </a:r>
            <a:endParaRPr sz="1000">
              <a:solidFill>
                <a:schemeClr val="dk1"/>
              </a:solidFill>
              <a:latin typeface="Gill Sans"/>
              <a:ea typeface="Gill Sans"/>
              <a:cs typeface="Gill Sans"/>
              <a:sym typeface="Gill Sans"/>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51"/>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Bookman Old Style"/>
              <a:buNone/>
            </a:pPr>
            <a:r>
              <a:rPr lang="en-GB"/>
              <a:t>The block code</a:t>
            </a:r>
            <a:br>
              <a:rPr lang="en-GB"/>
            </a:br>
            <a:endParaRPr/>
          </a:p>
        </p:txBody>
      </p:sp>
      <p:pic>
        <p:nvPicPr>
          <p:cNvPr id="465" name="Google Shape;465;p51"/>
          <p:cNvPicPr preferRelativeResize="0"/>
          <p:nvPr>
            <p:ph idx="1" type="body"/>
          </p:nvPr>
        </p:nvPicPr>
        <p:blipFill rotWithShape="1">
          <a:blip r:embed="rId3">
            <a:alphaModFix/>
          </a:blip>
          <a:srcRect b="0" l="0" r="0" t="0"/>
          <a:stretch/>
        </p:blipFill>
        <p:spPr>
          <a:xfrm>
            <a:off x="457200" y="2022185"/>
            <a:ext cx="8229600" cy="333115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52"/>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Step 4: Details PHP handler</a:t>
            </a:r>
            <a:endParaRPr/>
          </a:p>
        </p:txBody>
      </p:sp>
      <p:sp>
        <p:nvSpPr>
          <p:cNvPr id="471" name="Google Shape;471;p52"/>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Char char="🞂"/>
            </a:pPr>
            <a:r>
              <a:rPr lang="en-GB"/>
              <a:t>The details handler is meant to retrieve a single record from the database when a user chooses a name from the listview in Scren1.</a:t>
            </a:r>
            <a:endParaRPr/>
          </a:p>
          <a:p>
            <a:pPr indent="-274320" lvl="0" marL="274320" rtl="0" algn="l">
              <a:spcBef>
                <a:spcPts val="600"/>
              </a:spcBef>
              <a:spcAft>
                <a:spcPts val="0"/>
              </a:spcAft>
              <a:buSzPts val="1976"/>
              <a:buChar char="🞂"/>
            </a:pPr>
            <a:r>
              <a:rPr lang="en-GB"/>
              <a:t>The screen scrEdit will be called and it will display the record for user to edit or delete.</a:t>
            </a:r>
            <a:endParaRPr/>
          </a:p>
          <a:p>
            <a:pPr indent="-274320" lvl="0" marL="274320" rtl="0" algn="l">
              <a:spcBef>
                <a:spcPts val="600"/>
              </a:spcBef>
              <a:spcAft>
                <a:spcPts val="0"/>
              </a:spcAft>
              <a:buSzPts val="1976"/>
              <a:buChar char="🞂"/>
            </a:pPr>
            <a:r>
              <a:rPr lang="en-GB"/>
              <a:t>Depending on the button that the user clicks, separate functions will be performed accordingly</a:t>
            </a:r>
            <a:endParaRPr/>
          </a:p>
          <a:p>
            <a:pPr indent="-274320" lvl="0" marL="274320" rtl="0" algn="l">
              <a:spcBef>
                <a:spcPts val="600"/>
              </a:spcBef>
              <a:spcAft>
                <a:spcPts val="0"/>
              </a:spcAft>
              <a:buSzPts val="1976"/>
              <a:buChar char="🞂"/>
            </a:pPr>
            <a:r>
              <a:rPr lang="en-GB"/>
              <a:t>Test your work</a:t>
            </a:r>
            <a:endParaRPr/>
          </a:p>
          <a:p>
            <a:pPr indent="-148844" lvl="0" marL="274320" rtl="0" algn="l">
              <a:spcBef>
                <a:spcPts val="600"/>
              </a:spcBef>
              <a:spcAft>
                <a:spcPts val="0"/>
              </a:spcAft>
              <a:buSzPts val="1976"/>
              <a:buNone/>
            </a:pPr>
            <a:r>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53"/>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Details PHP handler</a:t>
            </a:r>
            <a:endParaRPr/>
          </a:p>
        </p:txBody>
      </p:sp>
      <p:sp>
        <p:nvSpPr>
          <p:cNvPr id="477" name="Google Shape;477;p53"/>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148844" lvl="0" marL="274320" rtl="0" algn="l">
              <a:spcBef>
                <a:spcPts val="0"/>
              </a:spcBef>
              <a:spcAft>
                <a:spcPts val="0"/>
              </a:spcAft>
              <a:buSzPts val="1976"/>
              <a:buNone/>
            </a:pPr>
            <a:r>
              <a:t/>
            </a:r>
            <a:endParaRPr/>
          </a:p>
          <a:p>
            <a:pPr indent="-148844" lvl="0" marL="274320" rtl="0" algn="l">
              <a:spcBef>
                <a:spcPts val="600"/>
              </a:spcBef>
              <a:spcAft>
                <a:spcPts val="0"/>
              </a:spcAft>
              <a:buSzPts val="1976"/>
              <a:buNone/>
            </a:pPr>
            <a:r>
              <a:t/>
            </a:r>
            <a:endParaRPr/>
          </a:p>
          <a:p>
            <a:pPr indent="-148844" lvl="0" marL="274320" rtl="0" algn="l">
              <a:spcBef>
                <a:spcPts val="600"/>
              </a:spcBef>
              <a:spcAft>
                <a:spcPts val="0"/>
              </a:spcAft>
              <a:buSzPts val="1976"/>
              <a:buNone/>
            </a:pPr>
            <a:r>
              <a:t/>
            </a:r>
            <a:endParaRPr/>
          </a:p>
          <a:p>
            <a:pPr indent="-148844" lvl="0" marL="274320" rtl="0" algn="l">
              <a:spcBef>
                <a:spcPts val="600"/>
              </a:spcBef>
              <a:spcAft>
                <a:spcPts val="0"/>
              </a:spcAft>
              <a:buSzPts val="1976"/>
              <a:buNone/>
            </a:pPr>
            <a:r>
              <a:t/>
            </a:r>
            <a:endParaRPr/>
          </a:p>
          <a:p>
            <a:pPr indent="-148844" lvl="0" marL="274320" rtl="0" algn="l">
              <a:spcBef>
                <a:spcPts val="600"/>
              </a:spcBef>
              <a:spcAft>
                <a:spcPts val="0"/>
              </a:spcAft>
              <a:buSzPts val="1976"/>
              <a:buNone/>
            </a:pPr>
            <a:r>
              <a:t/>
            </a:r>
            <a:endParaRPr/>
          </a:p>
          <a:p>
            <a:pPr indent="-148844" lvl="0" marL="274320" rtl="0" algn="l">
              <a:spcBef>
                <a:spcPts val="600"/>
              </a:spcBef>
              <a:spcAft>
                <a:spcPts val="0"/>
              </a:spcAft>
              <a:buSzPts val="1976"/>
              <a:buNone/>
            </a:pPr>
            <a:r>
              <a:t/>
            </a:r>
            <a:endParaRPr/>
          </a:p>
          <a:p>
            <a:pPr indent="-148844" lvl="0" marL="274320" rtl="0" algn="l">
              <a:spcBef>
                <a:spcPts val="600"/>
              </a:spcBef>
              <a:spcAft>
                <a:spcPts val="0"/>
              </a:spcAft>
              <a:buSzPts val="1976"/>
              <a:buNone/>
            </a:pPr>
            <a:r>
              <a:t/>
            </a:r>
            <a:endParaRPr/>
          </a:p>
          <a:p>
            <a:pPr indent="-274320" lvl="0" marL="274320" rtl="0" algn="l">
              <a:spcBef>
                <a:spcPts val="600"/>
              </a:spcBef>
              <a:spcAft>
                <a:spcPts val="0"/>
              </a:spcAft>
              <a:buSzPts val="1976"/>
              <a:buChar char="🞂"/>
            </a:pPr>
            <a:r>
              <a:rPr lang="en-GB"/>
              <a:t>Test your work in the browser</a:t>
            </a:r>
            <a:endParaRPr/>
          </a:p>
        </p:txBody>
      </p:sp>
      <p:sp>
        <p:nvSpPr>
          <p:cNvPr id="478" name="Google Shape;478;p53"/>
          <p:cNvSpPr txBox="1"/>
          <p:nvPr/>
        </p:nvSpPr>
        <p:spPr>
          <a:xfrm>
            <a:off x="457200" y="1362456"/>
            <a:ext cx="7543800" cy="31393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Gill Sans"/>
                <a:ea typeface="Gill Sans"/>
                <a:cs typeface="Gill Sans"/>
                <a:sym typeface="Gill Sans"/>
              </a:rPr>
              <a:t>&lt;?php</a:t>
            </a:r>
            <a:endParaRPr/>
          </a:p>
          <a:p>
            <a:pPr indent="0" lvl="0" marL="0" marR="0" rtl="0" algn="l">
              <a:spcBef>
                <a:spcPts val="0"/>
              </a:spcBef>
              <a:spcAft>
                <a:spcPts val="0"/>
              </a:spcAft>
              <a:buNone/>
            </a:pPr>
            <a:r>
              <a:rPr lang="en-GB" sz="1800">
                <a:solidFill>
                  <a:schemeClr val="dk1"/>
                </a:solidFill>
                <a:latin typeface="Gill Sans"/>
                <a:ea typeface="Gill Sans"/>
                <a:cs typeface="Gill Sans"/>
                <a:sym typeface="Gill Sans"/>
              </a:rPr>
              <a:t>include("dbconn.php");</a:t>
            </a:r>
            <a:endParaRPr/>
          </a:p>
          <a:p>
            <a:pPr indent="0" lvl="0" marL="0" marR="0" rtl="0" algn="l">
              <a:spcBef>
                <a:spcPts val="0"/>
              </a:spcBef>
              <a:spcAft>
                <a:spcPts val="0"/>
              </a:spcAft>
              <a:buNone/>
            </a:pPr>
            <a:r>
              <a:rPr lang="en-GB" sz="1800">
                <a:solidFill>
                  <a:schemeClr val="dk1"/>
                </a:solidFill>
                <a:latin typeface="Gill Sans"/>
                <a:ea typeface="Gill Sans"/>
                <a:cs typeface="Gill Sans"/>
                <a:sym typeface="Gill Sans"/>
              </a:rPr>
              <a:t>$sid=@$_POST['sid']; //$sid=1; if you want to test</a:t>
            </a:r>
            <a:endParaRPr sz="1800">
              <a:solidFill>
                <a:schemeClr val="dk1"/>
              </a:solidFill>
              <a:latin typeface="Gill Sans"/>
              <a:ea typeface="Gill Sans"/>
              <a:cs typeface="Gill Sans"/>
              <a:sym typeface="Gill Sans"/>
            </a:endParaRPr>
          </a:p>
          <a:p>
            <a:pPr indent="0" lvl="0" marL="0" marR="0" rtl="0" algn="l">
              <a:spcBef>
                <a:spcPts val="0"/>
              </a:spcBef>
              <a:spcAft>
                <a:spcPts val="0"/>
              </a:spcAft>
              <a:buNone/>
            </a:pPr>
            <a:r>
              <a:rPr lang="en-GB" sz="1800">
                <a:solidFill>
                  <a:schemeClr val="dk1"/>
                </a:solidFill>
                <a:latin typeface="Gill Sans"/>
                <a:ea typeface="Gill Sans"/>
                <a:cs typeface="Gill Sans"/>
                <a:sym typeface="Gill Sans"/>
              </a:rPr>
              <a:t>$sql="select * from student where studentid=$sid";</a:t>
            </a:r>
            <a:endParaRPr/>
          </a:p>
          <a:p>
            <a:pPr indent="0" lvl="0" marL="0" marR="0" rtl="0" algn="l">
              <a:spcBef>
                <a:spcPts val="0"/>
              </a:spcBef>
              <a:spcAft>
                <a:spcPts val="0"/>
              </a:spcAft>
              <a:buNone/>
            </a:pPr>
            <a:r>
              <a:rPr lang="en-GB" sz="1800">
                <a:solidFill>
                  <a:schemeClr val="dk1"/>
                </a:solidFill>
                <a:latin typeface="Gill Sans"/>
                <a:ea typeface="Gill Sans"/>
                <a:cs typeface="Gill Sans"/>
                <a:sym typeface="Gill Sans"/>
              </a:rPr>
              <a:t>$res=mysqli_query($dbconn,$sql) or die(mysqli_error($dbconn));</a:t>
            </a:r>
            <a:endParaRPr/>
          </a:p>
          <a:p>
            <a:pPr indent="0" lvl="0" marL="0" marR="0" rtl="0" algn="l">
              <a:spcBef>
                <a:spcPts val="0"/>
              </a:spcBef>
              <a:spcAft>
                <a:spcPts val="0"/>
              </a:spcAft>
              <a:buNone/>
            </a:pPr>
            <a:r>
              <a:rPr lang="en-GB" sz="1800">
                <a:solidFill>
                  <a:schemeClr val="dk1"/>
                </a:solidFill>
                <a:latin typeface="Gill Sans"/>
                <a:ea typeface="Gill Sans"/>
                <a:cs typeface="Gill Sans"/>
                <a:sym typeface="Gill Sans"/>
              </a:rPr>
              <a:t>$r=mysqli_fetch_array($res,MYSQLI_NUM);</a:t>
            </a:r>
            <a:endParaRPr/>
          </a:p>
          <a:p>
            <a:pPr indent="0" lvl="0" marL="0" marR="0" rtl="0" algn="l">
              <a:spcBef>
                <a:spcPts val="0"/>
              </a:spcBef>
              <a:spcAft>
                <a:spcPts val="0"/>
              </a:spcAft>
              <a:buNone/>
            </a:pPr>
            <a:r>
              <a:rPr lang="en-GB" sz="1800">
                <a:solidFill>
                  <a:schemeClr val="dk1"/>
                </a:solidFill>
                <a:latin typeface="Gill Sans"/>
                <a:ea typeface="Gill Sans"/>
                <a:cs typeface="Gill Sans"/>
                <a:sym typeface="Gill Sans"/>
              </a:rPr>
              <a:t>$json[]=$r;</a:t>
            </a:r>
            <a:endParaRPr/>
          </a:p>
          <a:p>
            <a:pPr indent="0" lvl="0" marL="0" marR="0" rtl="0" algn="l">
              <a:spcBef>
                <a:spcPts val="0"/>
              </a:spcBef>
              <a:spcAft>
                <a:spcPts val="0"/>
              </a:spcAft>
              <a:buNone/>
            </a:pPr>
            <a:r>
              <a:rPr lang="en-GB" sz="1800">
                <a:solidFill>
                  <a:schemeClr val="dk1"/>
                </a:solidFill>
                <a:latin typeface="Gill Sans"/>
                <a:ea typeface="Gill Sans"/>
                <a:cs typeface="Gill Sans"/>
                <a:sym typeface="Gill Sans"/>
              </a:rPr>
              <a:t>echo json_encode($json,JSON_UNESCAPED_UNICODE);</a:t>
            </a:r>
            <a:endParaRPr/>
          </a:p>
          <a:p>
            <a:pPr indent="0" lvl="0" marL="0" marR="0" rtl="0" algn="l">
              <a:spcBef>
                <a:spcPts val="0"/>
              </a:spcBef>
              <a:spcAft>
                <a:spcPts val="0"/>
              </a:spcAft>
              <a:buNone/>
            </a:pPr>
            <a:r>
              <a:rPr lang="en-GB" sz="1800">
                <a:solidFill>
                  <a:schemeClr val="dk1"/>
                </a:solidFill>
                <a:latin typeface="Gill Sans"/>
                <a:ea typeface="Gill Sans"/>
                <a:cs typeface="Gill Sans"/>
                <a:sym typeface="Gill Sans"/>
              </a:rPr>
              <a:t>mysqli_free_result($res);</a:t>
            </a:r>
            <a:endParaRPr/>
          </a:p>
          <a:p>
            <a:pPr indent="0" lvl="0" marL="0" marR="0" rtl="0" algn="l">
              <a:spcBef>
                <a:spcPts val="0"/>
              </a:spcBef>
              <a:spcAft>
                <a:spcPts val="0"/>
              </a:spcAft>
              <a:buNone/>
            </a:pPr>
            <a:r>
              <a:rPr lang="en-GB" sz="1800">
                <a:solidFill>
                  <a:schemeClr val="dk1"/>
                </a:solidFill>
                <a:latin typeface="Gill Sans"/>
                <a:ea typeface="Gill Sans"/>
                <a:cs typeface="Gill Sans"/>
                <a:sym typeface="Gill Sans"/>
              </a:rPr>
              <a:t>mysqli_close($dbconn);</a:t>
            </a:r>
            <a:endParaRPr/>
          </a:p>
          <a:p>
            <a:pPr indent="0" lvl="0" marL="0" marR="0" rtl="0" algn="l">
              <a:spcBef>
                <a:spcPts val="0"/>
              </a:spcBef>
              <a:spcAft>
                <a:spcPts val="0"/>
              </a:spcAft>
              <a:buNone/>
            </a:pPr>
            <a:r>
              <a:rPr lang="en-GB" sz="1800">
                <a:solidFill>
                  <a:schemeClr val="dk1"/>
                </a:solidFill>
                <a:latin typeface="Gill Sans"/>
                <a:ea typeface="Gill Sans"/>
                <a:cs typeface="Gill Sans"/>
                <a:sym typeface="Gill Sans"/>
              </a:rPr>
              <a:t>?&gt;</a:t>
            </a:r>
            <a:endParaRPr/>
          </a:p>
        </p:txBody>
      </p:sp>
      <p:pic>
        <p:nvPicPr>
          <p:cNvPr id="479" name="Google Shape;479;p53"/>
          <p:cNvPicPr preferRelativeResize="0"/>
          <p:nvPr/>
        </p:nvPicPr>
        <p:blipFill rotWithShape="1">
          <a:blip r:embed="rId3">
            <a:alphaModFix/>
          </a:blip>
          <a:srcRect b="0" l="0" r="0" t="0"/>
          <a:stretch/>
        </p:blipFill>
        <p:spPr>
          <a:xfrm>
            <a:off x="7543799" y="4735067"/>
            <a:ext cx="1472871" cy="1585913"/>
          </a:xfrm>
          <a:prstGeom prst="rect">
            <a:avLst/>
          </a:prstGeom>
          <a:noFill/>
          <a:ln>
            <a:noFill/>
          </a:ln>
        </p:spPr>
      </p:pic>
      <p:sp>
        <p:nvSpPr>
          <p:cNvPr id="480" name="Google Shape;480;p53"/>
          <p:cNvSpPr/>
          <p:nvPr/>
        </p:nvSpPr>
        <p:spPr>
          <a:xfrm>
            <a:off x="4876801" y="4419600"/>
            <a:ext cx="1905492" cy="1572767"/>
          </a:xfrm>
          <a:prstGeom prst="wedgeEllipseCallout">
            <a:avLst>
              <a:gd fmla="val 107314" name="adj1"/>
              <a:gd fmla="val 17182" name="adj2"/>
            </a:avLst>
          </a:prstGeom>
          <a:solidFill>
            <a:schemeClr val="accent1"/>
          </a:solidFill>
          <a:ln cap="flat" cmpd="sng" w="19050">
            <a:solidFill>
              <a:srgbClr val="535A7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chemeClr val="lt1"/>
                </a:solidFill>
                <a:latin typeface="Gill Sans"/>
                <a:ea typeface="Gill Sans"/>
                <a:cs typeface="Gill Sans"/>
                <a:sym typeface="Gill Sans"/>
              </a:rPr>
              <a:t>Save as </a:t>
            </a:r>
            <a:r>
              <a:rPr b="1" lang="en-GB" sz="1800">
                <a:solidFill>
                  <a:srgbClr val="FFFF00"/>
                </a:solidFill>
                <a:latin typeface="Gill Sans"/>
                <a:ea typeface="Gill Sans"/>
                <a:cs typeface="Gill Sans"/>
                <a:sym typeface="Gill Sans"/>
              </a:rPr>
              <a:t>details.php </a:t>
            </a:r>
            <a:r>
              <a:rPr lang="en-GB" sz="1800">
                <a:solidFill>
                  <a:schemeClr val="lt1"/>
                </a:solidFill>
                <a:latin typeface="Gill Sans"/>
                <a:ea typeface="Gill Sans"/>
                <a:cs typeface="Gill Sans"/>
                <a:sym typeface="Gill Sans"/>
              </a:rPr>
              <a:t>inside </a:t>
            </a:r>
            <a:r>
              <a:rPr lang="en-GB" sz="1800">
                <a:solidFill>
                  <a:srgbClr val="FFFF00"/>
                </a:solidFill>
                <a:latin typeface="Gill Sans"/>
                <a:ea typeface="Gill Sans"/>
                <a:cs typeface="Gill Sans"/>
                <a:sym typeface="Gill Sans"/>
              </a:rPr>
              <a:t>phpweb </a:t>
            </a:r>
            <a:r>
              <a:rPr lang="en-GB" sz="1800">
                <a:solidFill>
                  <a:schemeClr val="lt1"/>
                </a:solidFill>
                <a:latin typeface="Gill Sans"/>
                <a:ea typeface="Gill Sans"/>
                <a:cs typeface="Gill Sans"/>
                <a:sym typeface="Gill Sans"/>
              </a:rPr>
              <a:t>folder</a:t>
            </a:r>
            <a:endParaRPr sz="1800">
              <a:solidFill>
                <a:schemeClr val="lt1"/>
              </a:solidFill>
              <a:latin typeface="Gill Sans"/>
              <a:ea typeface="Gill Sans"/>
              <a:cs typeface="Gill Sans"/>
              <a:sym typeface="Gill Sans"/>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54"/>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Step 5: Edit and Delete</a:t>
            </a:r>
            <a:endParaRPr/>
          </a:p>
        </p:txBody>
      </p:sp>
      <p:sp>
        <p:nvSpPr>
          <p:cNvPr id="486" name="Google Shape;486;p54"/>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Char char="🞂"/>
            </a:pPr>
            <a:r>
              <a:rPr lang="en-GB"/>
              <a:t>In this application, the edit and delete is performed with the same screen. To achieve this, we will need TWO PHP handlers to perform edit and delete separately.</a:t>
            </a:r>
            <a:endParaRPr/>
          </a:p>
        </p:txBody>
      </p:sp>
      <p:sp>
        <p:nvSpPr>
          <p:cNvPr id="487" name="Google Shape;487;p54"/>
          <p:cNvSpPr txBox="1"/>
          <p:nvPr/>
        </p:nvSpPr>
        <p:spPr>
          <a:xfrm>
            <a:off x="533400" y="2590800"/>
            <a:ext cx="8458200" cy="39703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Gill Sans"/>
                <a:ea typeface="Gill Sans"/>
                <a:cs typeface="Gill Sans"/>
                <a:sym typeface="Gill Sans"/>
              </a:rPr>
              <a:t>&lt;?php</a:t>
            </a:r>
            <a:endParaRPr/>
          </a:p>
          <a:p>
            <a:pPr indent="0" lvl="0" marL="0" marR="0" rtl="0" algn="l">
              <a:spcBef>
                <a:spcPts val="0"/>
              </a:spcBef>
              <a:spcAft>
                <a:spcPts val="0"/>
              </a:spcAft>
              <a:buNone/>
            </a:pPr>
            <a:r>
              <a:rPr lang="en-GB" sz="1800">
                <a:solidFill>
                  <a:schemeClr val="dk1"/>
                </a:solidFill>
                <a:latin typeface="Gill Sans"/>
                <a:ea typeface="Gill Sans"/>
                <a:cs typeface="Gill Sans"/>
                <a:sym typeface="Gill Sans"/>
              </a:rPr>
              <a:t>include("dbconn.php");</a:t>
            </a:r>
            <a:endParaRPr/>
          </a:p>
          <a:p>
            <a:pPr indent="0" lvl="0" marL="0" marR="0" rtl="0" algn="l">
              <a:spcBef>
                <a:spcPts val="0"/>
              </a:spcBef>
              <a:spcAft>
                <a:spcPts val="0"/>
              </a:spcAft>
              <a:buNone/>
            </a:pPr>
            <a:r>
              <a:rPr lang="en-GB" sz="1800">
                <a:solidFill>
                  <a:schemeClr val="dk1"/>
                </a:solidFill>
                <a:latin typeface="Gill Sans"/>
                <a:ea typeface="Gill Sans"/>
                <a:cs typeface="Gill Sans"/>
                <a:sym typeface="Gill Sans"/>
              </a:rPr>
              <a:t>$sid=@$_POST['sid'];</a:t>
            </a:r>
            <a:endParaRPr/>
          </a:p>
          <a:p>
            <a:pPr indent="0" lvl="0" marL="0" marR="0" rtl="0" algn="l">
              <a:spcBef>
                <a:spcPts val="0"/>
              </a:spcBef>
              <a:spcAft>
                <a:spcPts val="0"/>
              </a:spcAft>
              <a:buNone/>
            </a:pPr>
            <a:r>
              <a:rPr lang="en-GB" sz="1800">
                <a:solidFill>
                  <a:schemeClr val="dk1"/>
                </a:solidFill>
                <a:latin typeface="Gill Sans"/>
                <a:ea typeface="Gill Sans"/>
                <a:cs typeface="Gill Sans"/>
                <a:sym typeface="Gill Sans"/>
              </a:rPr>
              <a:t>$sname=@$_POST['sname'];</a:t>
            </a:r>
            <a:endParaRPr/>
          </a:p>
          <a:p>
            <a:pPr indent="0" lvl="0" marL="0" marR="0" rtl="0" algn="l">
              <a:spcBef>
                <a:spcPts val="0"/>
              </a:spcBef>
              <a:spcAft>
                <a:spcPts val="0"/>
              </a:spcAft>
              <a:buNone/>
            </a:pPr>
            <a:r>
              <a:rPr lang="en-GB" sz="1800">
                <a:solidFill>
                  <a:schemeClr val="dk1"/>
                </a:solidFill>
                <a:latin typeface="Gill Sans"/>
                <a:ea typeface="Gill Sans"/>
                <a:cs typeface="Gill Sans"/>
                <a:sym typeface="Gill Sans"/>
              </a:rPr>
              <a:t>$snumber=@$_POST['snumber'];</a:t>
            </a:r>
            <a:endParaRPr/>
          </a:p>
          <a:p>
            <a:pPr indent="0" lvl="0" marL="0" marR="0" rtl="0" algn="l">
              <a:spcBef>
                <a:spcPts val="0"/>
              </a:spcBef>
              <a:spcAft>
                <a:spcPts val="0"/>
              </a:spcAft>
              <a:buNone/>
            </a:pPr>
            <a:r>
              <a:rPr lang="en-GB" sz="1800">
                <a:solidFill>
                  <a:schemeClr val="dk1"/>
                </a:solidFill>
                <a:latin typeface="Gill Sans"/>
                <a:ea typeface="Gill Sans"/>
                <a:cs typeface="Gill Sans"/>
                <a:sym typeface="Gill Sans"/>
              </a:rPr>
              <a:t>$suname=@$_POST['suname'];</a:t>
            </a:r>
            <a:endParaRPr/>
          </a:p>
          <a:p>
            <a:pPr indent="0" lvl="0" marL="0" marR="0" rtl="0" algn="l">
              <a:spcBef>
                <a:spcPts val="0"/>
              </a:spcBef>
              <a:spcAft>
                <a:spcPts val="0"/>
              </a:spcAft>
              <a:buNone/>
            </a:pPr>
            <a:r>
              <a:rPr lang="en-GB" sz="1800">
                <a:solidFill>
                  <a:schemeClr val="dk1"/>
                </a:solidFill>
                <a:latin typeface="Gill Sans"/>
                <a:ea typeface="Gill Sans"/>
                <a:cs typeface="Gill Sans"/>
                <a:sym typeface="Gill Sans"/>
              </a:rPr>
              <a:t>$spass=@$_POST['spass'];</a:t>
            </a:r>
            <a:endParaRPr/>
          </a:p>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a:p>
            <a:pPr indent="0" lvl="0" marL="0" marR="0" rtl="0" algn="l">
              <a:spcBef>
                <a:spcPts val="0"/>
              </a:spcBef>
              <a:spcAft>
                <a:spcPts val="0"/>
              </a:spcAft>
              <a:buNone/>
            </a:pPr>
            <a:r>
              <a:rPr lang="en-GB" sz="1800">
                <a:solidFill>
                  <a:schemeClr val="dk1"/>
                </a:solidFill>
                <a:latin typeface="Gill Sans"/>
                <a:ea typeface="Gill Sans"/>
                <a:cs typeface="Gill Sans"/>
                <a:sym typeface="Gill Sans"/>
              </a:rPr>
              <a:t>$sql="update student set studentname='$sname', studentnumber='$snumber', studentusername='$suname', studentpassword='$spass' where studentid=$sid";</a:t>
            </a:r>
            <a:endParaRPr/>
          </a:p>
          <a:p>
            <a:pPr indent="0" lvl="0" marL="0" marR="0" rtl="0" algn="l">
              <a:spcBef>
                <a:spcPts val="0"/>
              </a:spcBef>
              <a:spcAft>
                <a:spcPts val="0"/>
              </a:spcAft>
              <a:buNone/>
            </a:pPr>
            <a:r>
              <a:rPr lang="en-GB" sz="1800">
                <a:solidFill>
                  <a:schemeClr val="dk1"/>
                </a:solidFill>
                <a:latin typeface="Gill Sans"/>
                <a:ea typeface="Gill Sans"/>
                <a:cs typeface="Gill Sans"/>
                <a:sym typeface="Gill Sans"/>
              </a:rPr>
              <a:t>$res=mysqli_query($dbconn,$sql) or die(mysqli_error($dbconn));</a:t>
            </a:r>
            <a:endParaRPr/>
          </a:p>
          <a:p>
            <a:pPr indent="0" lvl="0" marL="0" marR="0" rtl="0" algn="l">
              <a:spcBef>
                <a:spcPts val="0"/>
              </a:spcBef>
              <a:spcAft>
                <a:spcPts val="0"/>
              </a:spcAft>
              <a:buNone/>
            </a:pPr>
            <a:r>
              <a:rPr lang="en-GB" sz="1800">
                <a:solidFill>
                  <a:schemeClr val="dk1"/>
                </a:solidFill>
                <a:latin typeface="Gill Sans"/>
                <a:ea typeface="Gill Sans"/>
                <a:cs typeface="Gill Sans"/>
                <a:sym typeface="Gill Sans"/>
              </a:rPr>
              <a:t>if ($res===true) echo "OK_EDIT";</a:t>
            </a:r>
            <a:endParaRPr/>
          </a:p>
          <a:p>
            <a:pPr indent="0" lvl="0" marL="0" marR="0" rtl="0" algn="l">
              <a:spcBef>
                <a:spcPts val="0"/>
              </a:spcBef>
              <a:spcAft>
                <a:spcPts val="0"/>
              </a:spcAft>
              <a:buNone/>
            </a:pPr>
            <a:r>
              <a:rPr lang="en-GB" sz="1800">
                <a:solidFill>
                  <a:schemeClr val="dk1"/>
                </a:solidFill>
                <a:latin typeface="Gill Sans"/>
                <a:ea typeface="Gill Sans"/>
                <a:cs typeface="Gill Sans"/>
                <a:sym typeface="Gill Sans"/>
              </a:rPr>
              <a:t>mysqli_close($dbconn);</a:t>
            </a:r>
            <a:endParaRPr/>
          </a:p>
          <a:p>
            <a:pPr indent="0" lvl="0" marL="0" marR="0" rtl="0" algn="l">
              <a:spcBef>
                <a:spcPts val="0"/>
              </a:spcBef>
              <a:spcAft>
                <a:spcPts val="0"/>
              </a:spcAft>
              <a:buNone/>
            </a:pPr>
            <a:r>
              <a:rPr lang="en-GB" sz="1800">
                <a:solidFill>
                  <a:schemeClr val="dk1"/>
                </a:solidFill>
                <a:latin typeface="Gill Sans"/>
                <a:ea typeface="Gill Sans"/>
                <a:cs typeface="Gill Sans"/>
                <a:sym typeface="Gill Sans"/>
              </a:rPr>
              <a:t>?&gt;</a:t>
            </a:r>
            <a:endParaRPr/>
          </a:p>
        </p:txBody>
      </p:sp>
      <p:pic>
        <p:nvPicPr>
          <p:cNvPr id="488" name="Google Shape;488;p54"/>
          <p:cNvPicPr preferRelativeResize="0"/>
          <p:nvPr/>
        </p:nvPicPr>
        <p:blipFill rotWithShape="1">
          <a:blip r:embed="rId3">
            <a:alphaModFix/>
          </a:blip>
          <a:srcRect b="0" l="0" r="0" t="0"/>
          <a:stretch/>
        </p:blipFill>
        <p:spPr>
          <a:xfrm>
            <a:off x="7543799" y="2833687"/>
            <a:ext cx="1472871" cy="1585913"/>
          </a:xfrm>
          <a:prstGeom prst="rect">
            <a:avLst/>
          </a:prstGeom>
          <a:noFill/>
          <a:ln>
            <a:noFill/>
          </a:ln>
        </p:spPr>
      </p:pic>
      <p:sp>
        <p:nvSpPr>
          <p:cNvPr id="489" name="Google Shape;489;p54"/>
          <p:cNvSpPr/>
          <p:nvPr/>
        </p:nvSpPr>
        <p:spPr>
          <a:xfrm>
            <a:off x="4762500" y="2518220"/>
            <a:ext cx="2019793" cy="1572767"/>
          </a:xfrm>
          <a:prstGeom prst="wedgeEllipseCallout">
            <a:avLst>
              <a:gd fmla="val 107314" name="adj1"/>
              <a:gd fmla="val 17182" name="adj2"/>
            </a:avLst>
          </a:prstGeom>
          <a:solidFill>
            <a:schemeClr val="accent1"/>
          </a:solidFill>
          <a:ln cap="flat" cmpd="sng" w="19050">
            <a:solidFill>
              <a:srgbClr val="535A7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chemeClr val="lt1"/>
                </a:solidFill>
                <a:latin typeface="Gill Sans"/>
                <a:ea typeface="Gill Sans"/>
                <a:cs typeface="Gill Sans"/>
                <a:sym typeface="Gill Sans"/>
              </a:rPr>
              <a:t>Save as </a:t>
            </a:r>
            <a:r>
              <a:rPr b="1" lang="en-GB" sz="1800">
                <a:solidFill>
                  <a:srgbClr val="FFFF00"/>
                </a:solidFill>
                <a:latin typeface="Gill Sans"/>
                <a:ea typeface="Gill Sans"/>
                <a:cs typeface="Gill Sans"/>
                <a:sym typeface="Gill Sans"/>
              </a:rPr>
              <a:t>update.php </a:t>
            </a:r>
            <a:r>
              <a:rPr lang="en-GB" sz="1800">
                <a:solidFill>
                  <a:schemeClr val="lt1"/>
                </a:solidFill>
                <a:latin typeface="Gill Sans"/>
                <a:ea typeface="Gill Sans"/>
                <a:cs typeface="Gill Sans"/>
                <a:sym typeface="Gill Sans"/>
              </a:rPr>
              <a:t>inside </a:t>
            </a:r>
            <a:r>
              <a:rPr lang="en-GB" sz="1800">
                <a:solidFill>
                  <a:srgbClr val="FFFF00"/>
                </a:solidFill>
                <a:latin typeface="Gill Sans"/>
                <a:ea typeface="Gill Sans"/>
                <a:cs typeface="Gill Sans"/>
                <a:sym typeface="Gill Sans"/>
              </a:rPr>
              <a:t>phpweb </a:t>
            </a:r>
            <a:r>
              <a:rPr lang="en-GB" sz="1800">
                <a:solidFill>
                  <a:schemeClr val="lt1"/>
                </a:solidFill>
                <a:latin typeface="Gill Sans"/>
                <a:ea typeface="Gill Sans"/>
                <a:cs typeface="Gill Sans"/>
                <a:sym typeface="Gill Sans"/>
              </a:rPr>
              <a:t>folder</a:t>
            </a:r>
            <a:endParaRPr sz="1800">
              <a:solidFill>
                <a:schemeClr val="lt1"/>
              </a:solidFill>
              <a:latin typeface="Gill Sans"/>
              <a:ea typeface="Gill Sans"/>
              <a:cs typeface="Gill Sans"/>
              <a:sym typeface="Gill Sans"/>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55"/>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t/>
            </a:r>
            <a:endParaRPr/>
          </a:p>
        </p:txBody>
      </p:sp>
      <p:sp>
        <p:nvSpPr>
          <p:cNvPr id="495" name="Google Shape;495;p55"/>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148844" lvl="0" marL="274320" rtl="0" algn="l">
              <a:spcBef>
                <a:spcPts val="0"/>
              </a:spcBef>
              <a:spcAft>
                <a:spcPts val="0"/>
              </a:spcAft>
              <a:buSzPts val="1976"/>
              <a:buNone/>
            </a:pPr>
            <a:r>
              <a:t/>
            </a:r>
            <a:endParaRPr/>
          </a:p>
          <a:p>
            <a:pPr indent="-148844" lvl="0" marL="274320" rtl="0" algn="l">
              <a:spcBef>
                <a:spcPts val="600"/>
              </a:spcBef>
              <a:spcAft>
                <a:spcPts val="0"/>
              </a:spcAft>
              <a:buSzPts val="1976"/>
              <a:buNone/>
            </a:pPr>
            <a:r>
              <a:t/>
            </a:r>
            <a:endParaRPr/>
          </a:p>
          <a:p>
            <a:pPr indent="-148844" lvl="0" marL="274320" rtl="0" algn="l">
              <a:spcBef>
                <a:spcPts val="600"/>
              </a:spcBef>
              <a:spcAft>
                <a:spcPts val="0"/>
              </a:spcAft>
              <a:buSzPts val="1976"/>
              <a:buNone/>
            </a:pPr>
            <a:r>
              <a:t/>
            </a:r>
            <a:endParaRPr/>
          </a:p>
          <a:p>
            <a:pPr indent="-148844" lvl="0" marL="274320" rtl="0" algn="l">
              <a:spcBef>
                <a:spcPts val="600"/>
              </a:spcBef>
              <a:spcAft>
                <a:spcPts val="0"/>
              </a:spcAft>
              <a:buSzPts val="1976"/>
              <a:buNone/>
            </a:pPr>
            <a:r>
              <a:t/>
            </a:r>
            <a:endParaRPr/>
          </a:p>
          <a:p>
            <a:pPr indent="-148844" lvl="0" marL="274320" rtl="0" algn="l">
              <a:spcBef>
                <a:spcPts val="600"/>
              </a:spcBef>
              <a:spcAft>
                <a:spcPts val="0"/>
              </a:spcAft>
              <a:buSzPts val="1976"/>
              <a:buNone/>
            </a:pPr>
            <a:r>
              <a:t/>
            </a:r>
            <a:endParaRPr/>
          </a:p>
          <a:p>
            <a:pPr indent="-148844" lvl="0" marL="274320" rtl="0" algn="l">
              <a:spcBef>
                <a:spcPts val="600"/>
              </a:spcBef>
              <a:spcAft>
                <a:spcPts val="0"/>
              </a:spcAft>
              <a:buSzPts val="1976"/>
              <a:buNone/>
            </a:pPr>
            <a:r>
              <a:t/>
            </a:r>
            <a:endParaRPr/>
          </a:p>
          <a:p>
            <a:pPr indent="-274320" lvl="0" marL="274320" rtl="0" algn="l">
              <a:spcBef>
                <a:spcPts val="600"/>
              </a:spcBef>
              <a:spcAft>
                <a:spcPts val="0"/>
              </a:spcAft>
              <a:buSzPts val="1976"/>
              <a:buChar char="🞂"/>
            </a:pPr>
            <a:r>
              <a:rPr lang="en-GB"/>
              <a:t>Test your work in the browser</a:t>
            </a:r>
            <a:endParaRPr/>
          </a:p>
        </p:txBody>
      </p:sp>
      <p:sp>
        <p:nvSpPr>
          <p:cNvPr id="496" name="Google Shape;496;p55"/>
          <p:cNvSpPr txBox="1"/>
          <p:nvPr/>
        </p:nvSpPr>
        <p:spPr>
          <a:xfrm>
            <a:off x="457200" y="1295400"/>
            <a:ext cx="5410200" cy="25853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Gill Sans"/>
                <a:ea typeface="Gill Sans"/>
                <a:cs typeface="Gill Sans"/>
                <a:sym typeface="Gill Sans"/>
              </a:rPr>
              <a:t>&lt;?php</a:t>
            </a:r>
            <a:endParaRPr sz="1800">
              <a:solidFill>
                <a:schemeClr val="dk1"/>
              </a:solidFill>
              <a:latin typeface="Gill Sans"/>
              <a:ea typeface="Gill Sans"/>
              <a:cs typeface="Gill Sans"/>
              <a:sym typeface="Gill Sans"/>
            </a:endParaRPr>
          </a:p>
          <a:p>
            <a:pPr indent="0" lvl="0" marL="0" marR="0" rtl="0" algn="l">
              <a:spcBef>
                <a:spcPts val="0"/>
              </a:spcBef>
              <a:spcAft>
                <a:spcPts val="0"/>
              </a:spcAft>
              <a:buNone/>
            </a:pPr>
            <a:r>
              <a:rPr lang="en-GB" sz="1800">
                <a:solidFill>
                  <a:schemeClr val="dk1"/>
                </a:solidFill>
                <a:latin typeface="Gill Sans"/>
                <a:ea typeface="Gill Sans"/>
                <a:cs typeface="Gill Sans"/>
                <a:sym typeface="Gill Sans"/>
              </a:rPr>
              <a:t>include("dbconn.php");</a:t>
            </a:r>
            <a:endParaRPr/>
          </a:p>
          <a:p>
            <a:pPr indent="0" lvl="0" marL="0" marR="0" rtl="0" algn="l">
              <a:spcBef>
                <a:spcPts val="0"/>
              </a:spcBef>
              <a:spcAft>
                <a:spcPts val="0"/>
              </a:spcAft>
              <a:buNone/>
            </a:pPr>
            <a:r>
              <a:rPr lang="en-GB" sz="1800">
                <a:solidFill>
                  <a:schemeClr val="dk1"/>
                </a:solidFill>
                <a:latin typeface="Gill Sans"/>
                <a:ea typeface="Gill Sans"/>
                <a:cs typeface="Gill Sans"/>
                <a:sym typeface="Gill Sans"/>
              </a:rPr>
              <a:t>$sid=@$_POST['sid']; //$sid=1;</a:t>
            </a:r>
            <a:endParaRPr/>
          </a:p>
          <a:p>
            <a:pPr indent="0" lvl="0" marL="0" marR="0" rtl="0" algn="l">
              <a:spcBef>
                <a:spcPts val="0"/>
              </a:spcBef>
              <a:spcAft>
                <a:spcPts val="0"/>
              </a:spcAft>
              <a:buNone/>
            </a:pPr>
            <a:r>
              <a:rPr lang="en-GB" sz="1800">
                <a:solidFill>
                  <a:schemeClr val="dk1"/>
                </a:solidFill>
                <a:latin typeface="Gill Sans"/>
                <a:ea typeface="Gill Sans"/>
                <a:cs typeface="Gill Sans"/>
                <a:sym typeface="Gill Sans"/>
              </a:rPr>
              <a:t>$sql="delete from student where studentid=$sid";</a:t>
            </a:r>
            <a:endParaRPr/>
          </a:p>
          <a:p>
            <a:pPr indent="0" lvl="0" marL="0" marR="0" rtl="0" algn="l">
              <a:spcBef>
                <a:spcPts val="0"/>
              </a:spcBef>
              <a:spcAft>
                <a:spcPts val="0"/>
              </a:spcAft>
              <a:buNone/>
            </a:pPr>
            <a:r>
              <a:rPr lang="en-GB" sz="1800">
                <a:solidFill>
                  <a:schemeClr val="dk1"/>
                </a:solidFill>
                <a:latin typeface="Gill Sans"/>
                <a:ea typeface="Gill Sans"/>
                <a:cs typeface="Gill Sans"/>
                <a:sym typeface="Gill Sans"/>
              </a:rPr>
              <a:t>$res=mysqli_query($dbconn,$sql) or die(mysqli_error($dbconn));</a:t>
            </a:r>
            <a:endParaRPr/>
          </a:p>
          <a:p>
            <a:pPr indent="0" lvl="0" marL="0" marR="0" rtl="0" algn="l">
              <a:spcBef>
                <a:spcPts val="0"/>
              </a:spcBef>
              <a:spcAft>
                <a:spcPts val="0"/>
              </a:spcAft>
              <a:buNone/>
            </a:pPr>
            <a:r>
              <a:rPr lang="en-GB" sz="1800">
                <a:solidFill>
                  <a:schemeClr val="dk1"/>
                </a:solidFill>
                <a:latin typeface="Gill Sans"/>
                <a:ea typeface="Gill Sans"/>
                <a:cs typeface="Gill Sans"/>
                <a:sym typeface="Gill Sans"/>
              </a:rPr>
              <a:t>if ($res==1) echo "OK_DEL";</a:t>
            </a:r>
            <a:endParaRPr/>
          </a:p>
          <a:p>
            <a:pPr indent="0" lvl="0" marL="0" marR="0" rtl="0" algn="l">
              <a:spcBef>
                <a:spcPts val="0"/>
              </a:spcBef>
              <a:spcAft>
                <a:spcPts val="0"/>
              </a:spcAft>
              <a:buNone/>
            </a:pPr>
            <a:r>
              <a:rPr lang="en-GB" sz="1800">
                <a:solidFill>
                  <a:schemeClr val="dk1"/>
                </a:solidFill>
                <a:latin typeface="Gill Sans"/>
                <a:ea typeface="Gill Sans"/>
                <a:cs typeface="Gill Sans"/>
                <a:sym typeface="Gill Sans"/>
              </a:rPr>
              <a:t>mysqli_close($dbconn);</a:t>
            </a:r>
            <a:endParaRPr/>
          </a:p>
          <a:p>
            <a:pPr indent="0" lvl="0" marL="0" marR="0" rtl="0" algn="l">
              <a:spcBef>
                <a:spcPts val="0"/>
              </a:spcBef>
              <a:spcAft>
                <a:spcPts val="0"/>
              </a:spcAft>
              <a:buNone/>
            </a:pPr>
            <a:r>
              <a:rPr lang="en-GB" sz="1800">
                <a:solidFill>
                  <a:schemeClr val="dk1"/>
                </a:solidFill>
                <a:latin typeface="Gill Sans"/>
                <a:ea typeface="Gill Sans"/>
                <a:cs typeface="Gill Sans"/>
                <a:sym typeface="Gill Sans"/>
              </a:rPr>
              <a:t>?&gt;</a:t>
            </a:r>
            <a:endParaRPr/>
          </a:p>
        </p:txBody>
      </p:sp>
      <p:pic>
        <p:nvPicPr>
          <p:cNvPr id="497" name="Google Shape;497;p55"/>
          <p:cNvPicPr preferRelativeResize="0"/>
          <p:nvPr/>
        </p:nvPicPr>
        <p:blipFill rotWithShape="1">
          <a:blip r:embed="rId3">
            <a:alphaModFix/>
          </a:blip>
          <a:srcRect b="0" l="0" r="0" t="0"/>
          <a:stretch/>
        </p:blipFill>
        <p:spPr>
          <a:xfrm>
            <a:off x="7543799" y="4735067"/>
            <a:ext cx="1472871" cy="1585913"/>
          </a:xfrm>
          <a:prstGeom prst="rect">
            <a:avLst/>
          </a:prstGeom>
          <a:noFill/>
          <a:ln>
            <a:noFill/>
          </a:ln>
        </p:spPr>
      </p:pic>
      <p:sp>
        <p:nvSpPr>
          <p:cNvPr id="498" name="Google Shape;498;p55"/>
          <p:cNvSpPr/>
          <p:nvPr/>
        </p:nvSpPr>
        <p:spPr>
          <a:xfrm>
            <a:off x="4876801" y="4419600"/>
            <a:ext cx="1905492" cy="1572767"/>
          </a:xfrm>
          <a:prstGeom prst="wedgeEllipseCallout">
            <a:avLst>
              <a:gd fmla="val 107314" name="adj1"/>
              <a:gd fmla="val 17182" name="adj2"/>
            </a:avLst>
          </a:prstGeom>
          <a:solidFill>
            <a:schemeClr val="accent1"/>
          </a:solidFill>
          <a:ln cap="flat" cmpd="sng" w="19050">
            <a:solidFill>
              <a:srgbClr val="535A7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chemeClr val="lt1"/>
                </a:solidFill>
                <a:latin typeface="Gill Sans"/>
                <a:ea typeface="Gill Sans"/>
                <a:cs typeface="Gill Sans"/>
                <a:sym typeface="Gill Sans"/>
              </a:rPr>
              <a:t>Save as </a:t>
            </a:r>
            <a:r>
              <a:rPr b="1" lang="en-GB" sz="1800">
                <a:solidFill>
                  <a:srgbClr val="FFFF00"/>
                </a:solidFill>
                <a:latin typeface="Gill Sans"/>
                <a:ea typeface="Gill Sans"/>
                <a:cs typeface="Gill Sans"/>
                <a:sym typeface="Gill Sans"/>
              </a:rPr>
              <a:t>delete.php </a:t>
            </a:r>
            <a:r>
              <a:rPr lang="en-GB" sz="1800">
                <a:solidFill>
                  <a:schemeClr val="lt1"/>
                </a:solidFill>
                <a:latin typeface="Gill Sans"/>
                <a:ea typeface="Gill Sans"/>
                <a:cs typeface="Gill Sans"/>
                <a:sym typeface="Gill Sans"/>
              </a:rPr>
              <a:t>inside </a:t>
            </a:r>
            <a:r>
              <a:rPr lang="en-GB" sz="1800">
                <a:solidFill>
                  <a:srgbClr val="FFFF00"/>
                </a:solidFill>
                <a:latin typeface="Gill Sans"/>
                <a:ea typeface="Gill Sans"/>
                <a:cs typeface="Gill Sans"/>
                <a:sym typeface="Gill Sans"/>
              </a:rPr>
              <a:t>phpweb </a:t>
            </a:r>
            <a:r>
              <a:rPr lang="en-GB" sz="1800">
                <a:solidFill>
                  <a:schemeClr val="lt1"/>
                </a:solidFill>
                <a:latin typeface="Gill Sans"/>
                <a:ea typeface="Gill Sans"/>
                <a:cs typeface="Gill Sans"/>
                <a:sym typeface="Gill Sans"/>
              </a:rPr>
              <a:t>folder</a:t>
            </a:r>
            <a:endParaRPr sz="1800">
              <a:solidFill>
                <a:schemeClr val="lt1"/>
              </a:solidFill>
              <a:latin typeface="Gill Sans"/>
              <a:ea typeface="Gill Sans"/>
              <a:cs typeface="Gill Sans"/>
              <a:sym typeface="Gill Sans"/>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56"/>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The scrEdit Screen</a:t>
            </a:r>
            <a:endParaRPr/>
          </a:p>
        </p:txBody>
      </p:sp>
      <p:pic>
        <p:nvPicPr>
          <p:cNvPr id="504" name="Google Shape;504;p56"/>
          <p:cNvPicPr preferRelativeResize="0"/>
          <p:nvPr>
            <p:ph idx="1" type="body"/>
          </p:nvPr>
        </p:nvPicPr>
        <p:blipFill rotWithShape="1">
          <a:blip r:embed="rId3">
            <a:alphaModFix/>
          </a:blip>
          <a:srcRect b="0" l="0" r="0" t="0"/>
          <a:stretch/>
        </p:blipFill>
        <p:spPr>
          <a:xfrm>
            <a:off x="2132253" y="1219200"/>
            <a:ext cx="4879493" cy="4937125"/>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57"/>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The Block Codes</a:t>
            </a:r>
            <a:endParaRPr/>
          </a:p>
        </p:txBody>
      </p:sp>
      <p:pic>
        <p:nvPicPr>
          <p:cNvPr id="510" name="Google Shape;510;p57"/>
          <p:cNvPicPr preferRelativeResize="0"/>
          <p:nvPr>
            <p:ph idx="1" type="body"/>
          </p:nvPr>
        </p:nvPicPr>
        <p:blipFill rotWithShape="1">
          <a:blip r:embed="rId3">
            <a:alphaModFix/>
          </a:blip>
          <a:srcRect b="0" l="0" r="0" t="0"/>
          <a:stretch/>
        </p:blipFill>
        <p:spPr>
          <a:xfrm>
            <a:off x="4038599" y="304800"/>
            <a:ext cx="3756785" cy="632460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58"/>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The End…</a:t>
            </a:r>
            <a:endParaRPr/>
          </a:p>
        </p:txBody>
      </p:sp>
      <p:pic>
        <p:nvPicPr>
          <p:cNvPr id="516" name="Google Shape;516;p58"/>
          <p:cNvPicPr preferRelativeResize="0"/>
          <p:nvPr>
            <p:ph idx="1" type="body"/>
          </p:nvPr>
        </p:nvPicPr>
        <p:blipFill rotWithShape="1">
          <a:blip r:embed="rId3">
            <a:alphaModFix/>
          </a:blip>
          <a:srcRect b="0" l="0" r="0" t="0"/>
          <a:stretch/>
        </p:blipFill>
        <p:spPr>
          <a:xfrm>
            <a:off x="2571750" y="2239962"/>
            <a:ext cx="4000500" cy="28956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rigin">
  <a:themeElements>
    <a:clrScheme name="Origin">
      <a:dk1>
        <a:srgbClr val="000000"/>
      </a:dk1>
      <a:lt1>
        <a:srgbClr val="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3A069355E67CD4EAE4A481272EE7CB2" ma:contentTypeVersion="0" ma:contentTypeDescription="Create a new document." ma:contentTypeScope="" ma:versionID="d8e027dd796bce8749b9039d24ff6fe6">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73785ED-FD63-43C6-8F6F-280A71822F85}"/>
</file>

<file path=customXml/itemProps2.xml><?xml version="1.0" encoding="utf-8"?>
<ds:datastoreItem xmlns:ds="http://schemas.openxmlformats.org/officeDocument/2006/customXml" ds:itemID="{24090B90-7E31-49E1-8350-F8683A6EA670}"/>
</file>

<file path=customXml/itemProps3.xml><?xml version="1.0" encoding="utf-8"?>
<ds:datastoreItem xmlns:ds="http://schemas.openxmlformats.org/officeDocument/2006/customXml" ds:itemID="{7AB8CB47-EA4A-49EC-A9CD-9C0CA7708D01}"/>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User</dc:creator>
  <dcterms:created xsi:type="dcterms:W3CDTF">2016-01-18T03:18:40Z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0x01010003A069355E67CD4EAE4A481272EE7CB2</vt:lpwstr>
  </property>
</Properties>
</file>